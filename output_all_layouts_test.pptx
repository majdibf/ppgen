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ContentType="application/vnd.openxmlformats-officedocument.customXmlProperties+xml" PartName="/customXml/itemProps1.xml"/>
  <Override ContentType="application/vnd.openxmlformats-officedocument.customXmlProperties+xml" PartName="/customXml/itemProps2.xml"/>
  <Override ContentType="application/vnd.openxmlformats-officedocument.customXmlProperties+xml" PartName="/customXml/itemProps3.xml"/>
  <Override ContentType="application/vnd.ms-office.classificationlabels+xml" PartName="/docMetadata/LabelInfo.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diagramColors+xml" PartName="/ppt/diagrams/colors1.xml"/>
  <Override ContentType="application/vnd.openxmlformats-officedocument.drawingml.diagramData+xml" PartName="/ppt/diagrams/data1.xml"/>
  <Override ContentType="application/vnd.ms-office.drawingml.diagramDrawing+xml" PartName="/ppt/diagrams/drawing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
<Relationships xmlns="http://schemas.openxmlformats.org/package/2006/relationships">
    <Relationship Target="docProps/app.xml" Type="http://schemas.openxmlformats.org/officeDocument/2006/relationships/extended-properties" Id="rId3"/>
    <Relationship Target="docProps/core.xml" Type="http://schemas.openxmlformats.org/package/2006/relationships/metadata/core-properties" Id="rId2"/>
    <Relationship Target="ppt/presentation.xml" Type="http://schemas.openxmlformats.org/officeDocument/2006/relationships/officeDocument" Id="rId1"/>
    <Relationship Target="docMetadata/LabelInfo.xml" Type="http://schemas.microsoft.com/office/2020/02/relationships/classificationlabels" Id="rId5"/>
    <Relationship Target="docProps/custom.xml" Type="http://schemas.openxmlformats.org/officeDocument/2006/relationships/custom-properties" Id="rId4"/>
</Relationships>
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showSpecialPlsOnTitleSld="false" saveSubsetFonts="true" autoCompressPictures="false">
  <p:sldMasterIdLst>
    <p:sldMasterId id="2147483671" r:id="rId4"/>
  </p:sldMasterIdLst>
  <p:notesMasterIdLst>
    <p:notesMasterId r:id="rId18"/>
  </p:notesMasterIdLst>
  <p:handoutMasterIdLst>
    <p:handoutMasterId r:id="rId19"/>
  </p:handoutMasterIdLst>
  <p:sldIdLst>
    <p:sldId id="656705085" r:id="rId25"/>
    <p:sldId id="741856291" r:id="rId26"/>
    <p:sldId id="799847757" r:id="rId27"/>
    <p:sldId id="364566195" r:id="rId28"/>
    <p:sldId id="1662533129" r:id="rId29"/>
    <p:sldId id="1581036533" r:id="rId30"/>
    <p:sldId id="381151813" r:id="rId31"/>
    <p:sldId id="1303578249" r:id="rId32"/>
    <p:sldId id="473714938" r:id="rId33"/>
    <p:sldId id="1169594766" r:id="rId34"/>
    <p:sldId id="1996309851" r:id="rId35"/>
    <p:sldId id="503169296" r:id="rId36"/>
    <p:sldId id="472604707" r:id="rId37"/>
  </p:sldIdLst>
  <p:sldSz cx="12192000" cy="6858000"/>
  <p:notesSz cx="6858000" cy="9144000"/>
  <p:defaultTextStyle>
    <a:defPPr rtl="false">
      <a:defRPr lang="fr-FR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p1510="http://schemas.microsoft.com/office/powerpoint/2015/10/main" xmlns:a="http://schemas.openxmlformats.org/drawingml/2006/main" xmlns:r="http://schemas.openxmlformats.org/officeDocument/2006/relationships">
  <p1510:revLst>
    <p1510:client dt="2026-08-15T19:19:00.026" id="{6A81D8BE-99DC-47AC-A9DB-4E5A4CFBDADB}" v="5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2" autoAdjust="0"/>
    <p:restoredTop sz="93760" autoAdjust="0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
    <Relationship Target="notesMasters/notesMaster1.xml" Type="http://schemas.openxmlformats.org/officeDocument/2006/relationships/notesMaster" Id="rId18"/>
    <Relationship Target="../customXml/item3.xml" Type="http://schemas.openxmlformats.org/officeDocument/2006/relationships/customXml" Id="rId3"/>
    <Relationship Target="viewProps.xml" Type="http://schemas.openxmlformats.org/officeDocument/2006/relationships/viewProps" Id="rId21"/>
    <Relationship Target="../customXml/item2.xml" Type="http://schemas.openxmlformats.org/officeDocument/2006/relationships/customXml" Id="rId2"/>
    <Relationship Target="presProps.xml" Type="http://schemas.openxmlformats.org/officeDocument/2006/relationships/presProps" Id="rId20"/>
    <Relationship Target="../customXml/item1.xml" Type="http://schemas.openxmlformats.org/officeDocument/2006/relationships/customXml" Id="rId1"/>
    <Relationship Target="revisionInfo.xml" Type="http://schemas.microsoft.com/office/2015/10/relationships/revisionInfo" Id="rId24"/>
    <Relationship Target="tableStyles.xml" Type="http://schemas.openxmlformats.org/officeDocument/2006/relationships/tableStyles" Id="rId23"/>
    <Relationship Target="handoutMasters/handoutMaster1.xml" Type="http://schemas.openxmlformats.org/officeDocument/2006/relationships/handoutMaster" Id="rId19"/>
    <Relationship Target="slideMasters/slideMaster1.xml" Type="http://schemas.openxmlformats.org/officeDocument/2006/relationships/slideMaster" Id="rId4"/>
    <Relationship Target="theme/theme1.xml" Type="http://schemas.openxmlformats.org/officeDocument/2006/relationships/theme" Id="rId22"/>
    <Relationship Target="slides/slide1.xml" Type="http://schemas.openxmlformats.org/officeDocument/2006/relationships/slide" Id="rId25"/>
    <Relationship Target="slides/slide2.xml" Type="http://schemas.openxmlformats.org/officeDocument/2006/relationships/slide" Id="rId26"/>
    <Relationship Target="slides/slide3.xml" Type="http://schemas.openxmlformats.org/officeDocument/2006/relationships/slide" Id="rId27"/>
    <Relationship Target="slides/slide4.xml" Type="http://schemas.openxmlformats.org/officeDocument/2006/relationships/slide" Id="rId28"/>
    <Relationship Target="slides/slide5.xml" Type="http://schemas.openxmlformats.org/officeDocument/2006/relationships/slide" Id="rId29"/>
    <Relationship Target="slides/slide6.xml" Type="http://schemas.openxmlformats.org/officeDocument/2006/relationships/slide" Id="rId30"/>
    <Relationship Target="slides/slide7.xml" Type="http://schemas.openxmlformats.org/officeDocument/2006/relationships/slide" Id="rId31"/>
    <Relationship Target="slides/slide8.xml" Type="http://schemas.openxmlformats.org/officeDocument/2006/relationships/slide" Id="rId32"/>
    <Relationship Target="slides/slide9.xml" Type="http://schemas.openxmlformats.org/officeDocument/2006/relationships/slide" Id="rId33"/>
    <Relationship Target="slides/slide10.xml" Type="http://schemas.openxmlformats.org/officeDocument/2006/relationships/slide" Id="rId34"/>
    <Relationship Target="slides/slide11.xml" Type="http://schemas.openxmlformats.org/officeDocument/2006/relationships/slide" Id="rId35"/>
    <Relationship Target="slides/slide12.xml" Type="http://schemas.openxmlformats.org/officeDocument/2006/relationships/slide" Id="rId36"/>
    <Relationship Target="slides/slide13.xml" Type="http://schemas.openxmlformats.org/officeDocument/2006/relationships/slide" Id="rId37"/>
</Relationships>

</file>

<file path=ppt/handoutMasters/_rels/handoutMaster1.xml.rels><?xml version="1.0" encoding="UTF-8" standalone="yes"?>
<Relationships xmlns="http://schemas.openxmlformats.org/package/2006/relationships">
    <Relationship Target="../theme/theme3.xml" Type="http://schemas.openxmlformats.org/officeDocument/2006/relationships/theme" Id="rId1"/>
</Relationships>
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de l'espace réservé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4DA340-CA88-40FE-8D9F-FB95A67E2AC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Pied de page Espace réservé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4C7120-FABF-42CA-85D1-839480B5B4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
    <Relationship Target="../theme/theme2.xml" Type="http://schemas.openxmlformats.org/officeDocument/2006/relationships/theme" Id="rId1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e de l'espace réservé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0BC4F2-6A87-450D-AD53-D2188421BC53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Espace réservé pour 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C3B2649-7BD8-4005-A99E-30D13769A8B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2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3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4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5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6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7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8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9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0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2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3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id="{751A4182-6276-41ED-8EAF-0C6A4D8FF0A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EF4B644F-A23D-409C-9540-B41AC18DB546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2" name="Titre 1">
            <a:extLst>
              <a:ext uri="{FF2B5EF4-FFF2-40B4-BE49-F238E27FC236}">
                <a16:creationId id="{470AF812-9F51-0D2C-2EA5-A8D6DA66275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62000" y="4570807"/>
            <a:ext cx="4123899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1772737955"/>
      </p:ext>
    </p:extLst>
  </p:cSld>
  <p:clrMapOvr>
    <a:masterClrMapping/>
  </p:clrMapOvr>
</p:sldLayout>
</file>

<file path=ppt/slideLayouts/slideLayout2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5" name="Rectangle 4">
            <a:extLst>
              <a:ext uri="{FF2B5EF4-FFF2-40B4-BE49-F238E27FC236}">
                <a16:creationId id="{FAC5ABB9-3EAC-446C-B128-CFDB09B2476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6" name="Rectangle 5">
            <a:extLst>
              <a:ext uri="{FF2B5EF4-FFF2-40B4-BE49-F238E27FC236}">
                <a16:creationId id="{70DED2D7-7BC9-473D-8241-8289B5821CF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19C2616F-4436-4A60-BB08-54EC762C53BE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9" name="Titre 8">
            <a:extLst>
              <a:ext uri="{FF2B5EF4-FFF2-40B4-BE49-F238E27FC236}">
                <a16:creationId id="{62A5B690-D47A-166B-0BEE-8CDC1BB5982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id="{D99B7A4E-1E73-5148-8EF4-5232DBEAFE0B}"/>
              </a:ext>
            </a:extLst>
          </p:cNvPr>
          <p:cNvSpPr>
            <a:spLocks noGrp="true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false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2909613805"/>
      </p:ext>
    </p:extLst>
  </p:cSld>
  <p:clrMapOvr>
    <a:masterClrMapping/>
  </p:clrMapOvr>
</p:sldLayout>
</file>

<file path=ppt/slideLayouts/slideLayout3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Saut de secti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id="{751A4182-6276-41ED-8EAF-0C6A4D8FF0A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EF4B644F-A23D-409C-9540-B41AC18DB546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2" name="Titre 1">
            <a:extLst>
              <a:ext uri="{FF2B5EF4-FFF2-40B4-BE49-F238E27FC236}">
                <a16:creationId id="{85C320B4-1D6E-D480-A44F-13517DFF7CF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406641" y="4570807"/>
            <a:ext cx="4114800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3520027535"/>
      </p:ext>
    </p:extLst>
  </p:cSld>
  <p:clrMapOvr>
    <a:masterClrMapping/>
  </p:clrMapOvr>
</p:sldLayout>
</file>

<file path=ppt/slideLayouts/slideLayout4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Saut de section avec sous-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id="{1D03AAFC-F6FA-4A24-BE1D-34AE6AD64CD3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16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false" anchor="b">
            <a:normAutofit/>
          </a:bodyPr>
          <a:lstStyle>
            <a:lvl1pPr>
              <a:defRPr sz="4400"/>
            </a:lvl1pPr>
          </a:lstStyle>
          <a:p>
            <a:pPr algn="l" rtl="false"/>
            <a:endParaRPr lang="en-US" dirty="false"/>
          </a:p>
        </p:txBody>
      </p:sp>
      <p:sp>
        <p:nvSpPr>
          <p:cNvPr id="16" name="Sous-titre 17">
            <a:extLst>
              <a:ext uri="{FF2B5EF4-FFF2-40B4-BE49-F238E27FC236}">
                <a16:creationId id="{81E38157-454C-44D5-8D2B-A220A53D780E}"/>
              </a:ext>
            </a:extLst>
          </p:cNvPr>
          <p:cNvSpPr>
            <a:spLocks noGrp="true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endParaRPr lang="en-US" dirty="false"/>
          </a:p>
        </p:txBody>
      </p:sp>
      <p:sp>
        <p:nvSpPr>
          <p:cNvPr id="12" name="Espace réservé d’image 11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252306434"/>
      </p:ext>
    </p:extLst>
  </p:cSld>
  <p:clrMapOvr>
    <a:masterClrMapping/>
  </p:clrMapOvr>
</p:sldLayout>
</file>

<file path=ppt/slideLayouts/slideLayout5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0" name="Rectangle 9">
            <a:extLst>
              <a:ext uri="{FF2B5EF4-FFF2-40B4-BE49-F238E27FC236}">
                <a16:creationId id="{924A1CC7-4419-4A64-9DC9-AE157407AFB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Rectangle 10">
            <a:extLst>
              <a:ext uri="{FF2B5EF4-FFF2-40B4-BE49-F238E27FC236}">
                <a16:creationId id="{8A2F8EC6-DD66-475C-B129-22B374F49A7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2" name="Forme libre : Forme 11">
            <a:extLst>
              <a:ext uri="{FF2B5EF4-FFF2-40B4-BE49-F238E27FC236}">
                <a16:creationId id="{86FA963F-8B94-469B-B1A5-890D9134FB5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3" name="Titre 5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endParaRPr lang="en-US" dirty="false"/>
          </a:p>
        </p:txBody>
      </p:sp>
      <p:sp>
        <p:nvSpPr>
          <p:cNvPr id="18" name="Espace réservé d’image 17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6" name="Espace réservé du contenu 5">
            <a:extLst>
              <a:ext uri="{FF2B5EF4-FFF2-40B4-BE49-F238E27FC236}">
                <a16:creationId id="{1B73FFA1-F0AE-DFF4-B013-E635479FD563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1483625857"/>
      </p:ext>
    </p:extLst>
  </p:cSld>
  <p:clrMapOvr>
    <a:masterClrMapping/>
  </p:clrMapOvr>
</p:sldLayout>
</file>

<file path=ppt/slideLayouts/slideLayout6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Saut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id="{1D03AAFC-F6FA-4A24-BE1D-34AE6AD64CD3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16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algn="l" rtl="false"/>
            <a:endParaRPr lang="en-US" dirty="false"/>
          </a:p>
        </p:txBody>
      </p:sp>
      <p:sp>
        <p:nvSpPr>
          <p:cNvPr id="12" name="Espace réservé d’image 11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3989898623"/>
      </p:ext>
    </p:extLst>
  </p:cSld>
  <p:clrMapOvr>
    <a:masterClrMapping/>
  </p:clrMapOvr>
</p:sldLayout>
</file>

<file path=ppt/slideLayouts/slideLayout7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Titre, contenu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0" name="Rectangle 9">
            <a:extLst>
              <a:ext uri="{FF2B5EF4-FFF2-40B4-BE49-F238E27FC236}">
                <a16:creationId id="{924A1CC7-4419-4A64-9DC9-AE157407AFB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Rectangle 10">
            <a:extLst>
              <a:ext uri="{FF2B5EF4-FFF2-40B4-BE49-F238E27FC236}">
                <a16:creationId id="{8A2F8EC6-DD66-475C-B129-22B374F49A7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2" name="Forme libre : Forme 11">
            <a:extLst>
              <a:ext uri="{FF2B5EF4-FFF2-40B4-BE49-F238E27FC236}">
                <a16:creationId id="{86FA963F-8B94-469B-B1A5-890D9134FB5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 flipH="true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3" name="Titre 5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endParaRPr lang="en-US" dirty="false"/>
          </a:p>
        </p:txBody>
      </p:sp>
      <p:sp>
        <p:nvSpPr>
          <p:cNvPr id="5" name="Espace réservé du contenu 5">
            <a:extLst>
              <a:ext uri="{FF2B5EF4-FFF2-40B4-BE49-F238E27FC236}">
                <a16:creationId id="{0C795068-4EB8-AD75-B4FA-E0676D823527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8" name="Espace réservé d’image 17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4043907016"/>
      </p:ext>
    </p:extLst>
  </p:cSld>
  <p:clrMapOvr>
    <a:masterClrMapping/>
  </p:clrMapOvr>
</p:sldLayout>
</file>

<file path=ppt/slideLayouts/slideLayout8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2091021130"/>
      </p:ext>
    </p:extLst>
  </p:cSld>
  <p:clrMapOvr>
    <a:masterClrMapping/>
  </p:clrMapOvr>
</p:sldLayout>
</file>

<file path=ppt/slideLayouts/slideLayout9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 showMasterSp="false">
  <p:cSld name="Deux contenus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fals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id="{D47E0814-6B26-FB38-93C1-BA5A000BD03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1329510086"/>
      </p:ext>
    </p:extLst>
  </p:cSld>
  <p:clrMapOvr>
    <a:masterClrMapping/>
  </p:clrMapOvr>
</p:sldLayout>
</file>

<file path=ppt/slideLayouts/slideLayout10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Deux conten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5" name="Rectangle 4">
            <a:extLst>
              <a:ext uri="{FF2B5EF4-FFF2-40B4-BE49-F238E27FC236}">
                <a16:creationId id="{FAC5ABB9-3EAC-446C-B128-CFDB09B2476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6" name="Rectangle 5">
            <a:extLst>
              <a:ext uri="{FF2B5EF4-FFF2-40B4-BE49-F238E27FC236}">
                <a16:creationId id="{70DED2D7-7BC9-473D-8241-8289B5821CF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19C2616F-4436-4A60-BB08-54EC762C53BE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Titre 9">
            <a:extLst>
              <a:ext uri="{FF2B5EF4-FFF2-40B4-BE49-F238E27FC236}">
                <a16:creationId id="{DF86B59D-D895-19E7-B742-EE199B7184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id="{A7544B75-76FD-A2AD-3444-313EF1771A4C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false">
            <a:normAutofit/>
          </a:bodyPr>
          <a:lstStyle>
            <a:lvl1pPr>
              <a:spcBef>
                <a:spcPts val="500"/>
              </a:spcBef>
              <a:defRPr sz="1800" b="true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id="{0F9EB1B3-9B21-0E61-FC8A-659EDC63DAA1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857538291"/>
      </p:ext>
    </p:extLst>
  </p:cSld>
  <p:clrMapOvr>
    <a:masterClrMapping/>
  </p:clrMapOvr>
</p:sldLayout>
</file>

<file path=ppt/slideLayouts/slideLayout1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type="obj" preserve="true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id="{424C5BB2-C09C-49B0-BAFA-DE1801CD3E9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id="{C3A47C21-944D-47FE-9519-A25518837115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false"/>
          <a:lstStyle/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id="{BA2AD668-6E19-425C-88F7-AF4220662C0D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/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4" name="Espace réservé de la date 3">
            <a:extLst>
              <a:ext uri="{FF2B5EF4-FFF2-40B4-BE49-F238E27FC236}">
                <a16:creationId id="{AC7CE36D-6B7B-4D5E-831E-34A4286D6E6A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algn="r" rtl="false"/>
            <a:r>
              <a:rPr lang="fr"/>
              <a:t>1/3/20XX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id="{36905C53-CF7C-4936-9E35-1BEBD683626E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pPr rtl="false"/>
              <a:t>‹N°›</a:t>
            </a:fld>
            <a:endParaRPr lang="en-US" sz="1000" dirty="false"/>
          </a:p>
        </p:txBody>
      </p:sp>
    </p:spTree>
    <p:extLst>
      <p:ext uri="{BB962C8B-B14F-4D97-AF65-F5344CB8AC3E}">
        <p14:creationId val="4190543569"/>
      </p:ext>
    </p:extLst>
  </p:cSld>
  <p:clrMapOvr>
    <a:masterClrMapping/>
  </p:clrMapOvr>
  <p:hf sldNum="false" hdr="false" ftr="false" dt="false"/>
</p:sldLayout>
</file>

<file path=ppt/slideLayouts/slideLayout12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Titre et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id="{3B778B8B-E9A3-44BE-85A6-3E316659A9B4}"/>
              </a:ext>
            </a:extLst>
          </p:cNvPr>
          <p:cNvSpPr>
            <a:spLocks noGrp="true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false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id="{A336BAA8-288D-4A65-AF12-E44ED08AF83A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678741858"/>
      </p:ext>
    </p:extLst>
  </p:cSld>
  <p:clrMapOvr>
    <a:masterClrMapping/>
  </p:clrMapOvr>
</p:sldLayout>
</file>

<file path=ppt/slideLayouts/slideLayout13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Clô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2" name="Rectangle 11">
            <a:extLst>
              <a:ext uri="{FF2B5EF4-FFF2-40B4-BE49-F238E27FC236}">
                <a16:creationId id="{A53A25B7-A924-4C03-8022-000A9EA88D1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3" name="Rectangle 12">
            <a:extLst>
              <a:ext uri="{FF2B5EF4-FFF2-40B4-BE49-F238E27FC236}">
                <a16:creationId id="{4E3A68D8-CB71-4A41-B029-626BD6912875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-1" y="-9524"/>
            <a:ext cx="12192000" cy="6105524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rgbClr val="FCEA37"/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4" name="Forme libre : Forme 13">
            <a:extLst>
              <a:ext uri="{FF2B5EF4-FFF2-40B4-BE49-F238E27FC236}">
                <a16:creationId id="{9ECFC55D-2CEE-47A4-9ACA-D6C78D236982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-2" y="-9523"/>
            <a:ext cx="11430001" cy="6105523"/>
          </a:xfrm>
          <a:custGeom>
            <a:avLst/>
            <a:gdLst>
              <a:gd name="connsiteX0" fmla="*/ 0 w 11430001"/>
              <a:gd name="connsiteY0" fmla="*/ 0 h 6105523"/>
              <a:gd name="connsiteX1" fmla="*/ 7874003 w 11430001"/>
              <a:gd name="connsiteY1" fmla="*/ 0 h 6105523"/>
              <a:gd name="connsiteX2" fmla="*/ 7874003 w 11430001"/>
              <a:gd name="connsiteY2" fmla="*/ 771522 h 6105523"/>
              <a:gd name="connsiteX3" fmla="*/ 11430001 w 11430001"/>
              <a:gd name="connsiteY3" fmla="*/ 771522 h 6105523"/>
              <a:gd name="connsiteX4" fmla="*/ 11430001 w 11430001"/>
              <a:gd name="connsiteY4" fmla="*/ 6105523 h 6105523"/>
              <a:gd name="connsiteX5" fmla="*/ 7874003 w 11430001"/>
              <a:gd name="connsiteY5" fmla="*/ 6105523 h 6105523"/>
              <a:gd name="connsiteX6" fmla="*/ 5334002 w 11430001"/>
              <a:gd name="connsiteY6" fmla="*/ 6105523 h 6105523"/>
              <a:gd name="connsiteX7" fmla="*/ 0 w 11430001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1" h="6105523">
                <a:moveTo>
                  <a:pt x="0" y="0"/>
                </a:moveTo>
                <a:lnTo>
                  <a:pt x="7874003" y="0"/>
                </a:lnTo>
                <a:lnTo>
                  <a:pt x="7874003" y="771522"/>
                </a:lnTo>
                <a:lnTo>
                  <a:pt x="11430001" y="771522"/>
                </a:lnTo>
                <a:lnTo>
                  <a:pt x="11430001" y="6105523"/>
                </a:lnTo>
                <a:lnTo>
                  <a:pt x="7874003" y="6105523"/>
                </a:lnTo>
                <a:lnTo>
                  <a:pt x="5334002" y="6105523"/>
                </a:lnTo>
                <a:lnTo>
                  <a:pt x="0" y="6105523"/>
                </a:lnTo>
                <a:close/>
              </a:path>
            </a:pathLst>
          </a:custGeom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5">
            <a:extLst>
              <a:ext uri="{FF2B5EF4-FFF2-40B4-BE49-F238E27FC236}">
                <a16:creationId id="{00406F9C-B330-46B3-A03C-15F85CD7606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false" anchor="t">
            <a:normAutofit/>
          </a:bodyPr>
          <a:lstStyle>
            <a:lvl1pPr>
              <a:defRPr sz="4400"/>
            </a:lvl1pPr>
          </a:lstStyle>
          <a:p>
            <a:pPr rtl="false"/>
            <a:endParaRPr lang="en-US" dirty="false"/>
          </a:p>
        </p:txBody>
      </p:sp>
      <p:sp>
        <p:nvSpPr>
          <p:cNvPr id="21" name="Espace réservé d’image 20">
            <a:extLst>
              <a:ext uri="{FF2B5EF4-FFF2-40B4-BE49-F238E27FC236}">
                <a16:creationId id="{34FC9061-555D-4FE2-ABE9-07A195BC022E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5" name="Espace réservé du contenu 2">
            <a:extLst>
              <a:ext uri="{FF2B5EF4-FFF2-40B4-BE49-F238E27FC236}">
                <a16:creationId id="{6B179E90-1F70-6673-6D11-A0CDD3C3BF0C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false" anchor="b"/>
          <a:lstStyle>
            <a:lvl1pPr marL="0" indent="0">
              <a:buNone/>
              <a:defRPr/>
            </a:lvl1pPr>
          </a:lstStyle>
          <a:p>
            <a:pPr lvl="0" rtl="false"/>
            <a:r>
              <a:rPr lang="fr"/>
              <a:t>Modifiez les styles du texte</a:t>
            </a:r>
          </a:p>
        </p:txBody>
      </p:sp>
    </p:spTree>
    <p:extLst>
      <p:ext uri="{BB962C8B-B14F-4D97-AF65-F5344CB8AC3E}">
        <p14:creationId val="397166608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Target="../slideLayouts/slideLayout8.xml" Type="http://schemas.openxmlformats.org/officeDocument/2006/relationships/slideLayout" Id="rId8"/>
    <Relationship Target="../slideLayouts/slideLayout13.xml" Type="http://schemas.openxmlformats.org/officeDocument/2006/relationships/slideLayout" Id="rId13"/>
    <Relationship Target="../slideLayouts/slideLayout3.xml" Type="http://schemas.openxmlformats.org/officeDocument/2006/relationships/slideLayout" Id="rId3"/>
    <Relationship Target="../slideLayouts/slideLayout7.xml" Type="http://schemas.openxmlformats.org/officeDocument/2006/relationships/slideLayout" Id="rId7"/>
    <Relationship Target="../slideLayouts/slideLayout12.xml" Type="http://schemas.openxmlformats.org/officeDocument/2006/relationships/slideLayout" Id="rId12"/>
    <Relationship Target="../slideLayouts/slideLayout2.xml" Type="http://schemas.openxmlformats.org/officeDocument/2006/relationships/slideLayout" Id="rId2"/>
    <Relationship Target="../slideLayouts/slideLayout1.xml" Type="http://schemas.openxmlformats.org/officeDocument/2006/relationships/slideLayout" Id="rId1"/>
    <Relationship Target="../slideLayouts/slideLayout6.xml" Type="http://schemas.openxmlformats.org/officeDocument/2006/relationships/slideLayout" Id="rId6"/>
    <Relationship Target="../slideLayouts/slideLayout11.xml" Type="http://schemas.openxmlformats.org/officeDocument/2006/relationships/slideLayout" Id="rId11"/>
    <Relationship Target="../slideLayouts/slideLayout5.xml" Type="http://schemas.openxmlformats.org/officeDocument/2006/relationships/slideLayout" Id="rId5"/>
    <Relationship Target="../slideLayouts/slideLayout10.xml" Type="http://schemas.openxmlformats.org/officeDocument/2006/relationships/slideLayout" Id="rId10"/>
    <Relationship Target="../slideLayouts/slideLayout4.xml" Type="http://schemas.openxmlformats.org/officeDocument/2006/relationships/slideLayout" Id="rId4"/>
    <Relationship Target="../slideLayouts/slideLayout9.xml" Type="http://schemas.openxmlformats.org/officeDocument/2006/relationships/slideLayout" Id="rId9"/>
    <Relationship Target="../theme/theme1.xml" Type="http://schemas.openxmlformats.org/officeDocument/2006/relationships/theme" Id="rId14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 rtl="0"/>
            <a:r>
              <a:rPr lang="fr"/>
              <a:t>1/3/20XX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n-US" sz="1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85" r:id="rId5"/>
    <p:sldLayoutId id="2147483686" r:id="rId6"/>
    <p:sldLayoutId id="2147483695" r:id="rId7"/>
    <p:sldLayoutId id="2147483688" r:id="rId8"/>
    <p:sldLayoutId id="2147483698" r:id="rId9"/>
    <p:sldLayoutId id="2147483684" r:id="rId10"/>
    <p:sldLayoutId id="2147483673" r:id="rId11"/>
    <p:sldLayoutId id="2147483689" r:id="rId12"/>
    <p:sldLayoutId id="2147483691" r:id="rId13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 <Relationship Target="../slideLayouts/slideLayout5.xml" Type="http://schemas.openxmlformats.org/officeDocument/2006/relationships/slideLayout" Id="rId1"/>
</Relationships>

</file>

<file path=ppt/slides/_rels/slide2.xml.rels><?xml version="1.0" encoding="UTF-8" standalone="yes"?>
<Relationships xmlns="http://schemas.openxmlformats.org/package/2006/relationships">
    <Relationship Target="../slideLayouts/slideLayout13.xml" Type="http://schemas.openxmlformats.org/officeDocument/2006/relationships/slideLayout" Id="rId1"/>
</Relationships>

</file>

<file path=ppt/slides/_rels/slide3.xml.rels><?xml version="1.0" encoding="UTF-8" standalone="yes"?>
<Relationships xmlns="http://schemas.openxmlformats.org/package/2006/relationships">
    <Relationship Target="../slideLayouts/slideLayout4.xml" Type="http://schemas.openxmlformats.org/officeDocument/2006/relationships/slideLayout" Id="rId1"/>
</Relationships>

</file>

<file path=ppt/slides/_rels/slide4.xml.rels><?xml version="1.0" encoding="UTF-8" standalone="yes"?>
<Relationships xmlns="http://schemas.openxmlformats.org/package/2006/relationships">
    <Relationship Target="../slideLayouts/slideLayout6.xml" Type="http://schemas.openxmlformats.org/officeDocument/2006/relationships/slideLayout" Id="rId1"/>
</Relationships>

</file>

<file path=ppt/slides/_rels/slide5.xml.rels><?xml version="1.0" encoding="UTF-8" standalone="yes"?>
<Relationships xmlns="http://schemas.openxmlformats.org/package/2006/relationships">
    <Relationship Target="../slideLayouts/slideLayout12.xml" Type="http://schemas.openxmlformats.org/officeDocument/2006/relationships/slideLayout" Id="rId1"/>
</Relationships>

</file>

<file path=ppt/slides/_rels/slide6.xml.rels><?xml version="1.0" encoding="UTF-8" standalone="yes"?>
<Relationships xmlns="http://schemas.openxmlformats.org/package/2006/relationships">
    <Relationship Target="../slideLayouts/slideLayout11.xml" Type="http://schemas.openxmlformats.org/officeDocument/2006/relationships/slideLayout" Id="rId1"/>
</Relationships>

</file>

<file path=ppt/slides/_rels/slide7.xml.rels><?xml version="1.0" encoding="UTF-8" standalone="yes"?>
<Relationships xmlns="http://schemas.openxmlformats.org/package/2006/relationships">
    <Relationship Target="../slideLayouts/slideLayout2.xml" Type="http://schemas.openxmlformats.org/officeDocument/2006/relationships/slideLayout" Id="rId1"/>
</Relationships>

</file>

<file path=ppt/slides/_rels/slide8.xml.rels><?xml version="1.0" encoding="UTF-8" standalone="yes"?>
<Relationships xmlns="http://schemas.openxmlformats.org/package/2006/relationships">
    <Relationship Target="../slideLayouts/slideLayout10.xml" Type="http://schemas.openxmlformats.org/officeDocument/2006/relationships/slideLayout" Id="rId1"/>
</Relationships>

</file>

<file path=ppt/slides/_rels/slide9.xml.rels><?xml version="1.0" encoding="UTF-8" standalone="yes"?>
<Relationships xmlns="http://schemas.openxmlformats.org/package/2006/relationships">
    <Relationship Target="../slideLayouts/slideLayout3.xml" Type="http://schemas.openxmlformats.org/officeDocument/2006/relationships/slideLayout" Id="rId1"/>
</Relationships>

</file>

<file path=ppt/slides/_rels/slide10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_rels/slide11.xml.rels><?xml version="1.0" encoding="UTF-8" standalone="yes"?>
<Relationships xmlns="http://schemas.openxmlformats.org/package/2006/relationships">
    <Relationship Target="../slideLayouts/slideLayout9.xml" Type="http://schemas.openxmlformats.org/officeDocument/2006/relationships/slideLayout" Id="rId1"/>
</Relationships>

</file>

<file path=ppt/slides/_rels/slide12.xml.rels><?xml version="1.0" encoding="UTF-8" standalone="yes"?>
<Relationships xmlns="http://schemas.openxmlformats.org/package/2006/relationships">
    <Relationship Target="../slideLayouts/slideLayout8.xml" Type="http://schemas.openxmlformats.org/officeDocument/2006/relationships/slideLayout" Id="rId1"/>
</Relationships>

</file>

<file path=ppt/slides/_rels/slide13.xml.rels><?xml version="1.0" encoding="UTF-8" standalone="yes"?>
<Relationships xmlns="http://schemas.openxmlformats.org/package/2006/relationships">
    <Relationship Target="../slideLayouts/slideLayout7.xml" Type="http://schemas.openxmlformats.org/officeDocument/2006/relationships/slideLayout" Id="rId1"/>
</Relationships>

</file>

<file path=ppt/slides/slide1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Clone_title_1000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Introduction</a:t>
            </a:r>
          </a:p>
        </p:txBody>
      </p:sp>
      <p:sp>
        <p:nvSpPr>
          <p:cNvPr id="1001" name="Clone_pic_1001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false"/>
          <a:lstStyle/>
        </p:txBody>
      </p:sp>
      <p:sp>
        <p:nvSpPr>
          <p:cNvPr id="1002" name="Clone_obj_1002">
            <a:extLst>
              <a:ext uri="{FF2B5EF4-FFF2-40B4-BE49-F238E27FC236}">
                <a16:creationId id="{1B73FFA1-F0AE-DFF4-B013-E635479FD563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03" name="Clone_ftr_1003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04" name="Clone_dt_1004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05" name="Clone_sldNum_1005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2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Clone_title_1006">
            <a:extLst>
              <a:ext uri="{FF2B5EF4-FFF2-40B4-BE49-F238E27FC236}">
                <a16:creationId id="{00406F9C-B330-46B3-A03C-15F85CD7606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false" anchor="t">
            <a:normAutofit/>
          </a:bodyPr>
          <a:lstStyle>
            <a:lvl1pPr>
              <a:defRPr sz="4400"/>
            </a:lvl1pPr>
          </a:lstStyle>
          <a:p>
            <a:r>
              <a:t>Titre : Clôture</a:t>
            </a:r>
          </a:p>
        </p:txBody>
      </p:sp>
      <p:sp>
        <p:nvSpPr>
          <p:cNvPr id="1007" name="Clone_pic_1007">
            <a:extLst>
              <a:ext uri="{FF2B5EF4-FFF2-40B4-BE49-F238E27FC236}">
                <a16:creationId id="{34FC9061-555D-4FE2-ABE9-07A195BC022E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false"/>
          <a:lstStyle/>
        </p:txBody>
      </p:sp>
      <p:sp>
        <p:nvSpPr>
          <p:cNvPr id="1008" name="Clone_obj_1008">
            <a:extLst>
              <a:ext uri="{FF2B5EF4-FFF2-40B4-BE49-F238E27FC236}">
                <a16:creationId id="{6B179E90-1F70-6673-6D11-A0CDD3C3BF0C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false" anchor="b"/>
          <a:lstStyle>
            <a:lvl1pPr marL="0" indent="0">
              <a:buNone/>
              <a:defRPr/>
            </a:lvl1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Clone_ctrTitle_1009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false" anchor="b">
            <a:normAutofit/>
          </a:bodyPr>
          <a:lstStyle>
            <a:lvl1pPr>
              <a:defRPr sz="4400"/>
            </a:lvl1pPr>
          </a:lstStyle>
          <a:p>
            <a:r>
              <a:t>Titre : Saut de section avec sous-titre 2</a:t>
            </a:r>
          </a:p>
        </p:txBody>
      </p:sp>
      <p:sp>
        <p:nvSpPr>
          <p:cNvPr id="1010" name="Clone_subTitle_1010">
            <a:extLst>
              <a:ext uri="{FF2B5EF4-FFF2-40B4-BE49-F238E27FC236}">
                <a16:creationId id="{81E38157-454C-44D5-8D2B-A220A53D780E}"/>
              </a:ext>
            </a:extLst>
          </p:cNvPr>
          <p:cNvSpPr>
            <a:spLocks noGrp="true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t>Sous-titre ou date de la présentation</a:t>
            </a:r>
          </a:p>
        </p:txBody>
      </p:sp>
      <p:sp>
        <p:nvSpPr>
          <p:cNvPr id="1011" name="Clone_pic_1011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false"/>
          <a:lstStyle/>
        </p:txBody>
      </p:sp>
    </p:spTree>
  </p:cSld>
</p:sld>
</file>

<file path=ppt/slides/slide4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Clone_ctrTitle_1012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r>
              <a:t>Titre : Saut de section</a:t>
            </a:r>
          </a:p>
        </p:txBody>
      </p:sp>
      <p:sp>
        <p:nvSpPr>
          <p:cNvPr id="1013" name="Clone_pic_1013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false"/>
          <a:lstStyle/>
        </p:txBody>
      </p:sp>
    </p:spTree>
  </p:cSld>
</p:sld>
</file>

<file path=ppt/slides/slide5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Clone_title_1014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Titre et deux contenus</a:t>
            </a:r>
          </a:p>
        </p:txBody>
      </p:sp>
      <p:sp>
        <p:nvSpPr>
          <p:cNvPr id="1015" name="Clone_obj_1015">
            <a:extLst>
              <a:ext uri="{FF2B5EF4-FFF2-40B4-BE49-F238E27FC236}">
                <a16:creationId id="{3B778B8B-E9A3-44BE-85A6-3E316659A9B4}"/>
              </a:ext>
            </a:extLst>
          </p:cNvPr>
          <p:cNvSpPr>
            <a:spLocks noGrp="true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false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16" name="Clone_obj_1016">
            <a:extLst>
              <a:ext uri="{FF2B5EF4-FFF2-40B4-BE49-F238E27FC236}">
                <a16:creationId id="{A336BAA8-288D-4A65-AF12-E44ED08AF83A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17" name="Clone_ftr_101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18" name="Clone_dt_1018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19" name="Clone_sldNum_1019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Clone_title_1020">
            <a:extLst>
              <a:ext uri="{FF2B5EF4-FFF2-40B4-BE49-F238E27FC236}">
                <a16:creationId id="{424C5BB2-C09C-49B0-BAFA-DE1801CD3E9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Titre et contenu</a:t>
            </a:r>
          </a:p>
        </p:txBody>
      </p:sp>
      <p:sp>
        <p:nvSpPr>
          <p:cNvPr id="1021" name="Clone_obj_1021">
            <a:extLst>
              <a:ext uri="{FF2B5EF4-FFF2-40B4-BE49-F238E27FC236}">
                <a16:creationId id="{C3A47C21-944D-47FE-9519-A25518837115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false"/>
          <a:lstStyle/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22" name="Clone_ftr_1022">
            <a:extLst>
              <a:ext uri="{FF2B5EF4-FFF2-40B4-BE49-F238E27FC236}">
                <a16:creationId id="{BA2AD668-6E19-425C-88F7-AF4220662C0D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/>
        <p:txBody>
          <a:bodyPr rtlCol="false"/>
          <a:lstStyle/>
        </p:txBody>
      </p:sp>
      <p:sp>
        <p:nvSpPr>
          <p:cNvPr id="1023" name="Clone_dt_1023">
            <a:extLst>
              <a:ext uri="{FF2B5EF4-FFF2-40B4-BE49-F238E27FC236}">
                <a16:creationId id="{AC7CE36D-6B7B-4D5E-831E-34A4286D6E6A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24" name="Clone_sldNum_1024">
            <a:extLst>
              <a:ext uri="{FF2B5EF4-FFF2-40B4-BE49-F238E27FC236}">
                <a16:creationId id="{36905C53-CF7C-4936-9E35-1BEBD683626E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7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Clone_title_1025">
            <a:extLst>
              <a:ext uri="{FF2B5EF4-FFF2-40B4-BE49-F238E27FC236}">
                <a16:creationId id="{62A5B690-D47A-166B-0BEE-8CDC1BB5982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Ordre du jour</a:t>
            </a:r>
          </a:p>
        </p:txBody>
      </p:sp>
      <p:sp>
        <p:nvSpPr>
          <p:cNvPr id="1026" name="Clone_obj_1026">
            <a:extLst>
              <a:ext uri="{FF2B5EF4-FFF2-40B4-BE49-F238E27FC236}">
                <a16:creationId id="{D99B7A4E-1E73-5148-8EF4-5232DBEAFE0B}"/>
              </a:ext>
            </a:extLst>
          </p:cNvPr>
          <p:cNvSpPr>
            <a:spLocks noGrp="true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false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27" name="Clone_ftr_1027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28" name="Clone_dt_1028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29" name="Clone_sldNum_1029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8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Clone_title_1030">
            <a:extLst>
              <a:ext uri="{FF2B5EF4-FFF2-40B4-BE49-F238E27FC236}">
                <a16:creationId id="{DF86B59D-D895-19E7-B742-EE199B7184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Deux contenus 2</a:t>
            </a:r>
          </a:p>
        </p:txBody>
      </p:sp>
      <p:sp>
        <p:nvSpPr>
          <p:cNvPr id="1031" name="Clone_obj_1031">
            <a:extLst>
              <a:ext uri="{FF2B5EF4-FFF2-40B4-BE49-F238E27FC236}">
                <a16:creationId id="{A7544B75-76FD-A2AD-3444-313EF1771A4C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false">
            <a:normAutofit/>
          </a:bodyPr>
          <a:lstStyle>
            <a:lvl1pPr>
              <a:spcBef>
                <a:spcPts val="500"/>
              </a:spcBef>
              <a:defRPr sz="1800" b="true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32" name="Clone_obj_1032">
            <a:extLst>
              <a:ext uri="{FF2B5EF4-FFF2-40B4-BE49-F238E27FC236}">
                <a16:creationId id="{0F9EB1B3-9B21-0E61-FC8A-659EDC63DAA1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33" name="Clone_ftr_1033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34" name="Clone_dt_1034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35" name="Clone_sldNum_1035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9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Clone_title_1036">
            <a:extLst>
              <a:ext uri="{FF2B5EF4-FFF2-40B4-BE49-F238E27FC236}">
                <a16:creationId id="{85C320B4-1D6E-D480-A44F-13517DFF7CF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r>
              <a:t>Titre : Saut de section avec sous-titre</a:t>
            </a:r>
          </a:p>
        </p:txBody>
      </p:sp>
      <p:sp>
        <p:nvSpPr>
          <p:cNvPr id="1037" name="Clone_subTitle_1037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406641" y="4570807"/>
            <a:ext cx="4114800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t>Sous-titre ou date de la présentation</a:t>
            </a:r>
          </a:p>
        </p:txBody>
      </p:sp>
      <p:sp>
        <p:nvSpPr>
          <p:cNvPr id="1038" name="Clone_pic_1038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false"/>
          <a:lstStyle/>
        </p:txBody>
      </p:sp>
    </p:spTree>
  </p:cSld>
</p:sld>
</file>

<file path=ppt/slides/slide10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Clone_title_1039">
            <a:extLst>
              <a:ext uri="{FF2B5EF4-FFF2-40B4-BE49-F238E27FC236}">
                <a16:creationId id="{470AF812-9F51-0D2C-2EA5-A8D6DA66275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r>
              <a:t>Titre : Titre</a:t>
            </a:r>
          </a:p>
        </p:txBody>
      </p:sp>
      <p:sp>
        <p:nvSpPr>
          <p:cNvPr id="1040" name="Clone_subTitle_1040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62000" y="4570807"/>
            <a:ext cx="4123899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t>Sous-titre ou date de la présentation</a:t>
            </a:r>
          </a:p>
        </p:txBody>
      </p:sp>
      <p:sp>
        <p:nvSpPr>
          <p:cNvPr id="1041" name="Clone_pic_1041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false"/>
          <a:lstStyle/>
        </p:txBody>
      </p:sp>
    </p:spTree>
  </p:cSld>
</p:sld>
</file>

<file path=ppt/slides/slide11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Clone_title_1042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Deux contenus</a:t>
            </a:r>
          </a:p>
        </p:txBody>
      </p:sp>
      <p:sp>
        <p:nvSpPr>
          <p:cNvPr id="1043" name="Clone_obj_1043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44" name="Clone_obj_1044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45" name="Clone_ftr_1045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46" name="Clone_dt_104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47" name="Clone_sldNum_1047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12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Clone_title_1048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Deux colonnes</a:t>
            </a:r>
          </a:p>
        </p:txBody>
      </p:sp>
      <p:sp>
        <p:nvSpPr>
          <p:cNvPr id="1049" name="Clone_obj_1049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50" name="Clone_obj_1050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51" name="Clone_ftr_1051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52" name="Clone_dt_1052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53" name="Clone_sldNum_1053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slides/slide13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Clone_title_1054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r>
              <a:t>Titre : Titre, contenu et image</a:t>
            </a:r>
          </a:p>
        </p:txBody>
      </p:sp>
      <p:sp>
        <p:nvSpPr>
          <p:cNvPr id="1055" name="Clone_obj_1055">
            <a:extLst>
              <a:ext uri="{FF2B5EF4-FFF2-40B4-BE49-F238E27FC236}">
                <a16:creationId id="{0C795068-4EB8-AD75-B4FA-E0676D823527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t>Premier point clé du contenu</a:t>
            </a:r>
          </a:p>
          <a:p>
            <a:pPr lvl="0"/>
            <a:r>
              <a:t>Deuxième élément important avec des détails</a:t>
            </a:r>
          </a:p>
          <a:p>
            <a:pPr lvl="0"/>
            <a:r>
              <a:t>Troisième donnée factuelle ou chiffre</a:t>
            </a:r>
          </a:p>
        </p:txBody>
      </p:sp>
      <p:sp>
        <p:nvSpPr>
          <p:cNvPr id="1056" name="Clone_pic_1056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false"/>
          <a:lstStyle/>
        </p:txBody>
      </p:sp>
      <p:sp>
        <p:nvSpPr>
          <p:cNvPr id="1057" name="Clone_ftr_1057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</p:txBody>
      </p:sp>
      <p:sp>
        <p:nvSpPr>
          <p:cNvPr id="1058" name="Clone_dt_1058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</p:txBody>
      </p:sp>
      <p:sp>
        <p:nvSpPr>
          <p:cNvPr id="1059" name="Clone_sldNum_1059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</p:txBody>
      </p:sp>
    </p:spTree>
  </p:cSld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3" id="{766CCFC2-5746-4D17-9C80-B854A2114008}" vid="{CF8EA309-49BB-462C-A82D-F569C6BF43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
<Relationships xmlns="http://schemas.openxmlformats.org/package/2006/relationships">
    <Relationship Target="itemProps1.xml" Type="http://schemas.openxmlformats.org/officeDocument/2006/relationships/customXmlProps" Id="rId1"/>
</Relationships>

</file>

<file path=customXml/_rels/item2.xml.rels><?xml version="1.0" encoding="UTF-8" standalone="yes"?>
<Relationships xmlns="http://schemas.openxmlformats.org/package/2006/relationships">
    <Relationship Target="itemProps2.xml" Type="http://schemas.openxmlformats.org/officeDocument/2006/relationships/customXmlProps" Id="rId1"/>
</Relationships>

</file>

<file path=customXml/_rels/item3.xml.rels><?xml version="1.0" encoding="UTF-8" standalone="yes"?>
<Relationships xmlns="http://schemas.openxmlformats.org/package/2006/relationships">
    <Relationship Target="itemProps3.xml" Type="http://schemas.openxmlformats.org/officeDocument/2006/relationships/customXmlProps" Id="rId1"/>
</Relationships>
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Description="Create a new document." ma:contentTypeID="0x01010079F111ED35F8CC479449609E8A0923A6" ma:contentTypeName="Document" ma:contentTypeScope="" ma:contentTypeVersion="28" ma:versionID="60f5a4f2d2b0abadcf532d48ebf9cb71">
  <xsd:schema xmlns:xsd="http://www.w3.org/2001/XMLSchema" xmlns:ns1="http://schemas.microsoft.com/sharepoint/v3" xmlns:ns2="71af3243-3dd4-4a8d-8c0d-dd76da1f02a5" xmlns:ns3="16c05727-aa75-4e4a-9b5f-8a80a1165891" xmlns:ns4="230e9df3-be65-4c73-a93b-d1236ebd677e" xmlns:p="http://schemas.microsoft.com/office/2006/metadata/properties" xmlns:xs="http://www.w3.org/2001/XMLSchema" ma:fieldsID="7dd78129e6a1811f84807ad11c651531" ma:root="true" ns1:_="" ns2:_="" ns3:_="" ns4:_="" targetNamespace="http://schemas.microsoft.com/office/2006/metadata/properties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minOccurs="0" ref="ns2:Status"/>
                <xsd:element minOccurs="0" ref="ns2:Image"/>
                <xsd:element minOccurs="0" ref="ns2:MediaServiceMetadata"/>
                <xsd:element minOccurs="0" ref="ns2:MediaServiceFastMetadata"/>
                <xsd:element minOccurs="0" ref="ns2:MediaServiceOCR"/>
                <xsd:element minOccurs="0" ref="ns2:MediaServiceAutoTags"/>
                <xsd:element minOccurs="0" ref="ns2:MediaServiceEventHashCode"/>
                <xsd:element minOccurs="0" ref="ns2:MediaServiceGenerationTime"/>
                <xsd:element minOccurs="0" ref="ns3:SharedWithUsers"/>
                <xsd:element minOccurs="0" ref="ns3:SharedWithDetails"/>
                <xsd:element minOccurs="0" ref="ns2:MediaServiceAutoKeyPoints"/>
                <xsd:element minOccurs="0" ref="ns2:MediaServiceKeyPoints"/>
                <xsd:element minOccurs="0" ref="ns2:MediaServiceDateTaken"/>
                <xsd:element minOccurs="0" ref="ns1:_ip_UnifiedCompliancePolicyProperties"/>
                <xsd:element minOccurs="0" ref="ns1:_ip_UnifiedCompliancePolicyUIAction"/>
                <xsd:element minOccurs="0" ref="ns4:TaxCatchAll"/>
                <xsd:element minOccurs="0" ref="ns2:ImageTagsTaxHTField"/>
                <xsd:element minOccurs="0" ref="ns2:MediaServiceLocation"/>
                <xsd:element minOccurs="0" ref="ns2:MediaLengthInSeconds"/>
                <xsd:element minOccurs="0" ref="ns2:Background"/>
                <xsd:element minOccurs="0" ref="ns2:MediaServiceSearchProperties"/>
                <xsd:element minOccurs="0" ref="ns2:MediaServiceDocTags"/>
                <xsd:element minOccurs="0" ref="ns2:MediaServiceObjectDetectorVersions"/>
                <xsd:element minOccurs="0" ref="ns2:MediaServiceSystemTags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displayName="Unified Compliance Policy Properties" ma:hidden="true" ma:index="20" ma:internalName="_ip_UnifiedCompliancePolicyProperties" ma:readOnly="false" name="_ip_UnifiedCompliancePolicyProperties" nillable="true">
      <xsd:simpleType>
        <xsd:restriction base="dms:Note"/>
      </xsd:simpleType>
    </xsd:element>
    <xsd:element ma:displayName="Unified Compliance Policy UI Action" ma:hidden="true" ma:index="21" ma:internalName="_ip_UnifiedCompliancePolicyUIAction" ma:readOnly="false" name="_ip_UnifiedCompliancePolicyUIAction" nillable="true">
      <xsd:simpleType>
        <xsd:restriction base="dms:Text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71af3243-3dd4-4a8d-8c0d-dd76da1f02a5">
    <xsd:import namespace="http://schemas.microsoft.com/office/2006/documentManagement/types"/>
    <xsd:import namespace="http://schemas.microsoft.com/office/infopath/2007/PartnerControls"/>
    <xsd:element ma:default="Not started" ma:displayName="Status" ma:format="Dropdown" ma:index="2" ma:internalName="Status" ma:readOnly="false" name="Status" nillable="tru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ma:displayName="Image" ma:format="Image" ma:index="3" ma:internalName="Image" ma:readOnly="false" name="Image" nillable="true">
      <xsd:complexType>
        <xsd:complexContent>
          <xsd:extension base="dms:URL">
            <xsd:sequence>
              <xsd:element minOccurs="0" name="Url" nillable="true" type="dms:ValidUrl"/>
              <xsd:element name="Description" nillable="true" type="xsd:string"/>
            </xsd:sequence>
          </xsd:extension>
        </xsd:complexContent>
      </xsd:complexType>
    </xsd:element>
    <xsd:element ma:displayName="MediaServiceMetadata" ma:hidden="true" ma:index="8" ma:internalName="MediaServiceMetadata" ma:readOnly="true" name="MediaServiceMetadata" nillable="true">
      <xsd:simpleType>
        <xsd:restriction base="dms:Note"/>
      </xsd:simpleType>
    </xsd:element>
    <xsd:element ma:displayName="MediaServiceFastMetadata" ma:hidden="true" ma:index="9" ma:internalName="MediaServiceFastMetadata" ma:readOnly="true" name="MediaServiceFastMetadata" nillable="true">
      <xsd:simpleType>
        <xsd:restriction base="dms:Note"/>
      </xsd:simpleType>
    </xsd:element>
    <xsd:element ma:displayName="MediaServiceOCR" ma:hidden="true" ma:index="10" ma:internalName="MediaServiceOCR" ma:readOnly="true" name="MediaServiceOCR" nillable="true">
      <xsd:simpleType>
        <xsd:restriction base="dms:Note"/>
      </xsd:simpleType>
    </xsd:element>
    <xsd:element ma:displayName="MediaServiceAutoTags" ma:hidden="true" ma:index="11" ma:internalName="MediaServiceAutoTags" ma:readOnly="true" name="MediaServiceAutoTags" nillable="true">
      <xsd:simpleType>
        <xsd:restriction base="dms:Text"/>
      </xsd:simpleType>
    </xsd:element>
    <xsd:element ma:displayName="MediaServiceEventHashCode" ma:hidden="true" ma:index="12" ma:internalName="MediaServiceEventHashCode" ma:readOnly="true" name="MediaServiceEventHashCode" nillable="true">
      <xsd:simpleType>
        <xsd:restriction base="dms:Text"/>
      </xsd:simpleType>
    </xsd:element>
    <xsd:element ma:displayName="MediaServiceGenerationTime" ma:hidden="true" ma:index="13" ma:internalName="MediaServiceGenerationTime" ma:readOnly="true" name="MediaServiceGenerationTime" nillable="true">
      <xsd:simpleType>
        <xsd:restriction base="dms:Text"/>
      </xsd:simpleType>
    </xsd:element>
    <xsd:element ma:displayName="MediaServiceAutoKeyPoints" ma:hidden="true" ma:index="16" ma:internalName="MediaServiceAutoKeyPoints" ma:readOnly="true" name="MediaServiceAutoKeyPoints" nillable="true">
      <xsd:simpleType>
        <xsd:restriction base="dms:Note"/>
      </xsd:simpleType>
    </xsd:element>
    <xsd:element ma:displayName="KeyPoints" ma:hidden="true" ma:index="17" ma:internalName="MediaServiceKeyPoints" ma:readOnly="false" name="MediaServiceKeyPoints" nillable="true">
      <xsd:simpleType>
        <xsd:restriction base="dms:Note"/>
      </xsd:simpleType>
    </xsd:element>
    <xsd:element ma:displayName="MediaServiceDateTaken" ma:hidden="true" ma:index="18" ma:internalName="MediaServiceDateTaken" ma:readOnly="true" name="MediaServiceDateTaken" nillable="true">
      <xsd:simpleType>
        <xsd:restriction base="dms:Text"/>
      </xsd:simpleType>
    </xsd:element>
    <xsd:element ma:anchorId="fba54fb3-c3e1-fe81-a776-ca4b69148c4d" ma:displayName="Image Tags" ma:fieldId="{5cf76f15-5ced-4ddc-b409-7134ff3c332f}" ma:index="25" ma:internalName="ImageTagsTaxHTField" ma:isKeyword="false" ma:open="true" ma:readOnly="false" ma:sspId="e385fb40-52d4-4fae-9c5b-3e8ff8a5878e" ma:taxonomy="true" ma:taxonomyFieldName="MediaServiceImageTags" ma:taxonomyMulti="true" ma:termSetId="09814cd3-568e-fe90-9814-8d621ff8fb84" name="ImageTagsTaxHTField" nillable="true">
      <xsd:complexType>
        <xsd:sequence>
          <xsd:element maxOccurs="1" minOccurs="0" ref="pc:Terms"/>
        </xsd:sequence>
      </xsd:complexType>
    </xsd:element>
    <xsd:element ma:displayName="Location" ma:hidden="true" ma:index="26" ma:internalName="MediaServiceLocation" ma:readOnly="true" name="MediaServiceLocation" nillable="true">
      <xsd:simpleType>
        <xsd:restriction base="dms:Text"/>
      </xsd:simpleType>
    </xsd:element>
    <xsd:element ma:displayName="MediaLengthInSeconds" ma:hidden="true" ma:index="27" ma:internalName="MediaLengthInSeconds" ma:readOnly="true" name="MediaLengthInSeconds" nillable="true">
      <xsd:simpleType>
        <xsd:restriction base="dms:Unknown"/>
      </xsd:simpleType>
    </xsd:element>
    <xsd:element ma:default="0" ma:displayName="Background" ma:format="Dropdown" ma:index="28" ma:internalName="Background" name="Background" nillable="true">
      <xsd:simpleType>
        <xsd:restriction base="dms:Boolean"/>
      </xsd:simpleType>
    </xsd:element>
    <xsd:element ma:displayName="MediaServiceSearchProperties" ma:hidden="true" ma:index="29" ma:internalName="MediaServiceSearchProperties" ma:readOnly="true" name="MediaServiceSearchProperties" nillable="true">
      <xsd:simpleType>
        <xsd:restriction base="dms:Note"/>
      </xsd:simpleType>
    </xsd:element>
    <xsd:element ma:displayName="MediaServiceDocTags" ma:hidden="true" ma:index="30" ma:internalName="MediaServiceDocTags" ma:readOnly="true" name="MediaServiceDocTags" nillable="true">
      <xsd:simpleType>
        <xsd:restriction base="dms:Note"/>
      </xsd:simpleType>
    </xsd:element>
    <xsd:element ma:description="" ma:displayName="MediaServiceObjectDetectorVersions" ma:hidden="true" ma:index="31" ma:indexed="true" ma:internalName="MediaServiceObjectDetectorVersions" ma:readOnly="true" name="MediaServiceObjectDetectorVersions" nillable="true">
      <xsd:simpleType>
        <xsd:restriction base="dms:Text"/>
      </xsd:simpleType>
    </xsd:element>
    <xsd:element ma:displayName="MediaServiceSystemTags" ma:hidden="true" ma:index="32" ma:internalName="MediaServiceSystemTags" ma:readOnly="true" name="MediaServiceSystemTags" nillable="true">
      <xsd:simpleType>
        <xsd:restriction base="dms:Note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16c05727-aa75-4e4a-9b5f-8a80a1165891">
    <xsd:import namespace="http://schemas.microsoft.com/office/2006/documentManagement/types"/>
    <xsd:import namespace="http://schemas.microsoft.com/office/infopath/2007/PartnerControls"/>
    <xsd:element ma:displayName="Shared With" ma:hidden="true" ma:index="14" ma:internalName="SharedWithUsers" ma:readOnly="true" name="SharedWithUsers" nillable="true">
      <xsd:complexType>
        <xsd:complexContent>
          <xsd:extension base="dms:UserMulti">
            <xsd:sequence>
              <xsd:element maxOccurs="unbounded" minOccurs="0" name="UserInfo">
                <xsd:complexType>
                  <xsd:sequence>
                    <xsd:element minOccurs="0" name="DisplayName" type="xsd:string"/>
                    <xsd:element minOccurs="0" name="AccountId" nillable="true" type="dms:UserId"/>
                    <xsd:element minOccurs="0" name="AccountType" type="xsd:string"/>
                  </xsd:sequence>
                </xsd:complexType>
              </xsd:element>
            </xsd:sequence>
          </xsd:extension>
        </xsd:complexContent>
      </xsd:complexType>
    </xsd:element>
    <xsd:element ma:displayName="Shared With Details" ma:hidden="true" ma:index="15" ma:internalName="SharedWithDetails" ma:readOnly="true" name="SharedWithDetails" nillable="true">
      <xsd:simpleType>
        <xsd:restriction base="dms:Note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230e9df3-be65-4c73-a93b-d1236ebd677e">
    <xsd:import namespace="http://schemas.microsoft.com/office/2006/documentManagement/types"/>
    <xsd:import namespace="http://schemas.microsoft.com/office/infopath/2007/PartnerControls"/>
    <xsd:element ma:displayName="Taxonomy Catch All Column" ma:hidden="true" ma:index="23" ma:internalName="TaxCatchAll" ma:list="{3f6bfcbc-3db3-4ae6-bd76-326f0798ad28}" ma:readOnly="false" ma:showField="CatchAllData" ma:web="16c05727-aa75-4e4a-9b5f-8a80a1165891" name="TaxCatchAll" nillable="true">
      <xsd:complexType>
        <xsd:complexContent>
          <xsd:extension base="dms:MultiChoiceLookup">
            <xsd:sequence>
              <xsd:element maxOccurs="unbounded" minOccurs="0" name="Value" nillable="true" type="dms:Lookup"/>
            </xsd:sequence>
          </xsd:extension>
        </xsd:complexContent>
      </xsd:complexType>
    </xsd:element>
  </xsd:schema>
  <xsd:schema xmlns:xsd="http://www.w3.org/2001/XMLSchema" xmlns="http://schemas.openxmlformats.org/package/2006/metadata/core-properties" xmlns:dc="http://purl.org/dc/elements/1.1/" xmlns:dcterms="http://purl.org/dc/terms/" xmlns:odoc="http://schemas.microsoft.com/internal/obd" xmlns:xsi="http://www.w3.org/2001/XMLSchema-instance" attributeFormDefault="unqualified" blockDefault="#all" elementFormDefault="qualified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axOccurs="1" minOccurs="0" ref="dc:creator"/>
        <xsd:element maxOccurs="1" minOccurs="0" ref="dcterms:created"/>
        <xsd:element maxOccurs="1" minOccurs="0" ref="dc:identifier"/>
        <xsd:element ma:displayName="Content Type" maxOccurs="1" minOccurs="0" name="contentType" type="xsd:string"/>
        <xsd:element ma:displayName="Title" ma:index="1" maxOccurs="1" minOccurs="0" ref="dc:title"/>
        <xsd:element maxOccurs="1" minOccurs="0" ref="dc:subject"/>
        <xsd:element maxOccurs="1" minOccurs="0" ref="dc:description"/>
        <xsd:element maxOccurs="1" minOccurs="0" name="keywords" type="xsd:string"/>
        <xsd:element maxOccurs="1" minOccurs="0" ref="dc:language"/>
        <xsd:element maxOccurs="1" minOccurs="0" name="category" type="xsd:string"/>
        <xsd:element maxOccurs="1" minOccurs="0" name="version" type="xsd:string"/>
        <xsd:element maxOccurs="1" minOccurs="0" name="revision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axOccurs="1" minOccurs="0" name="lastModifiedBy" type="xsd:string"/>
        <xsd:element maxOccurs="1" minOccurs="0" ref="dcterms:modified"/>
        <xsd:element maxOccurs="1" minOccurs="0" name="contentStatus" type="xsd:string"/>
      </xsd:all>
    </xsd:complexType>
  </xsd:schema>
  <xs:schema xmlns:xs="http://www.w3.org/2001/XMLSchema" xmlns:pc="http://schemas.microsoft.com/office/infopath/2007/PartnerControls" attributeFormDefault="unqualified" elementFormDefault="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axOccurs="unbounded" minOccurs="0" ref="pc:BDCEntity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axOccurs="unbounded" minOccurs="0" ref="pc:TermInfo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426</Words>
  <Application>Microsoft Office PowerPoint</Application>
  <PresentationFormat>Grand écran</PresentationFormat>
  <Paragraphs>101</Paragraphs>
  <Slides>13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PrismaticVTI</vt:lpstr>
      <vt:lpstr>Présentation marketing </vt:lpstr>
      <vt:lpstr>Ordre du jour</vt:lpstr>
      <vt:lpstr>À propos de nous</vt:lpstr>
      <vt:lpstr>Présentation du produit</vt:lpstr>
      <vt:lpstr>Avantages du produit</vt:lpstr>
      <vt:lpstr>Aperçu du marché</vt:lpstr>
      <vt:lpstr>Comparaison du marché</vt:lpstr>
      <vt:lpstr>Paysage concurrentiel</vt:lpstr>
      <vt:lpstr>Stratégie de croissance </vt:lpstr>
      <vt:lpstr>Traction</vt:lpstr>
      <vt:lpstr>Données financières</vt:lpstr>
      <vt:lpstr>Résumé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2026-08-15T19:16:43Z</dcterms:created>
  <dcterms:modified xsi:type="dcterms:W3CDTF">2026-08-15T19:45:09Z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