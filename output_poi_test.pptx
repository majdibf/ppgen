
<file path=[Content_Types].xml><?xml version="1.0" encoding="utf-8"?>
<Types xmlns="http://schemas.openxmlformats.org/package/2006/content-types">
  <Default ContentType="application/vnd.openxmlformats-package.relationships+xml" Extension="rels"/>
  <Default ContentType="application/xml" Extension="xml"/>
  <Override ContentType="application/vnd.openxmlformats-officedocument.customXmlProperties+xml" PartName="/customXml/itemProps1.xml"/>
  <Override ContentType="application/vnd.openxmlformats-officedocument.customXmlProperties+xml" PartName="/customXml/itemProps2.xml"/>
  <Override ContentType="application/vnd.openxmlformats-officedocument.customXmlProperties+xml" PartName="/customXml/itemProps3.xml"/>
  <Override ContentType="application/vnd.ms-office.classificationlabels+xml" PartName="/docMetadata/LabelInfo.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drawingml.diagramColors+xml" PartName="/ppt/diagrams/colors1.xml"/>
  <Override ContentType="application/vnd.openxmlformats-officedocument.drawingml.diagramData+xml" PartName="/ppt/diagrams/data1.xml"/>
  <Override ContentType="application/vnd.ms-office.drawingml.diagramDrawing+xml" PartName="/ppt/diagrams/drawing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ms-powerpoint.revisioninfo+xml" PartName="/ppt/revisionInfo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arget="docProps/app.xml" Type="http://schemas.openxmlformats.org/officeDocument/2006/relationships/extended-properties"/><Relationship Id="rId4" Target="docProps/custom.xml" Type="http://schemas.openxmlformats.org/officeDocument/2006/relationships/custom-properties"/><Relationship Id="rId5" Target="docMetadata/LabelInfo.xml" Type="http://schemas.microsoft.com/office/2020/02/relationships/classificationlabel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1" r:id="rId4"/>
  </p:sldMasterIdLst>
  <p:notesMasterIdLst>
    <p:notesMasterId r:id="rId18"/>
  </p:notesMasterIdLst>
  <p:handoutMasterIdLst>
    <p:handoutMasterId r:id="rId19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25"/>
    <p:sldId id="263" r:id="rId26"/>
    <p:sldId id="264" r:id="rId27"/>
    <p:sldId id="265" r:id="rId28"/>
    <p:sldId id="266" r:id="rId29"/>
    <p:sldId id="267" r:id="rId30"/>
    <p:sldId id="268" r:id="rId31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81D8BE-99DC-47AC-A9DB-4E5A4CFBDADB}" v="5" dt="2026-08-15T19:19:00.026"/>
  </p1510:revLst>
</p1510:revInfo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72" autoAdjust="0"/>
    <p:restoredTop sz="93760" autoAdjust="0"/>
  </p:normalViewPr>
  <p:slideViewPr>
    <p:cSldViewPr snapToGrid="0">
      <p:cViewPr varScale="1">
        <p:scale>
          <a:sx n="105" d="100"/>
          <a:sy n="105" d="100"/>
        </p:scale>
        <p:origin x="318" y="96"/>
      </p:cViewPr>
      <p:guideLst/>
    </p:cSldViewPr>
  </p:slideViewPr>
  <p:outlineViewPr>
    <p:cViewPr>
      <p:scale>
        <a:sx n="33" d="100"/>
        <a:sy n="33" d="100"/>
      </p:scale>
      <p:origin x="0" y="-144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../customXml/item1.xml" Type="http://schemas.openxmlformats.org/officeDocument/2006/relationships/customXml"/><Relationship Id="rId12" Target="slides/slide1.xml" Type="http://schemas.openxmlformats.org/officeDocument/2006/relationships/slide"/><Relationship Id="rId13" Target="slides/slide2.xml" Type="http://schemas.openxmlformats.org/officeDocument/2006/relationships/slide"/><Relationship Id="rId14" Target="slides/slide3.xml" Type="http://schemas.openxmlformats.org/officeDocument/2006/relationships/slide"/><Relationship Id="rId15" Target="slides/slide4.xml" Type="http://schemas.openxmlformats.org/officeDocument/2006/relationships/slide"/><Relationship Id="rId16" Target="slides/slide5.xml" Type="http://schemas.openxmlformats.org/officeDocument/2006/relationships/slide"/><Relationship Id="rId17" Target="slides/slide6.xml" Type="http://schemas.openxmlformats.org/officeDocument/2006/relationships/slide"/><Relationship Id="rId18" Target="notesMasters/notesMaster1.xml" Type="http://schemas.openxmlformats.org/officeDocument/2006/relationships/notesMaster"/><Relationship Id="rId19" Target="handoutMasters/handoutMaster1.xml" Type="http://schemas.openxmlformats.org/officeDocument/2006/relationships/handoutMaster"/><Relationship Id="rId2" Target="../customXml/item2.xml" Type="http://schemas.openxmlformats.org/officeDocument/2006/relationships/customXml"/><Relationship Id="rId20" Target="presProps.xml" Type="http://schemas.openxmlformats.org/officeDocument/2006/relationships/presProps"/><Relationship Id="rId21" Target="viewProps.xml" Type="http://schemas.openxmlformats.org/officeDocument/2006/relationships/viewProps"/><Relationship Id="rId22" Target="theme/theme1.xml" Type="http://schemas.openxmlformats.org/officeDocument/2006/relationships/theme"/><Relationship Id="rId23" Target="tableStyles.xml" Type="http://schemas.openxmlformats.org/officeDocument/2006/relationships/tableStyles"/><Relationship Id="rId24" Target="revisionInfo.xml" Type="http://schemas.microsoft.com/office/2015/10/relationships/revisionInfo"/><Relationship Id="rId25" Target="slides/slide7.xml" Type="http://schemas.openxmlformats.org/officeDocument/2006/relationships/slide"/><Relationship Id="rId26" Target="slides/slide8.xml" Type="http://schemas.openxmlformats.org/officeDocument/2006/relationships/slide"/><Relationship Id="rId27" Target="slides/slide9.xml" Type="http://schemas.openxmlformats.org/officeDocument/2006/relationships/slide"/><Relationship Id="rId28" Target="slides/slide10.xml" Type="http://schemas.openxmlformats.org/officeDocument/2006/relationships/slide"/><Relationship Id="rId29" Target="slides/slide11.xml" Type="http://schemas.openxmlformats.org/officeDocument/2006/relationships/slide"/><Relationship Id="rId3" Target="../customXml/item3.xml" Type="http://schemas.openxmlformats.org/officeDocument/2006/relationships/customXml"/><Relationship Id="rId30" Target="slides/slide12.xml" Type="http://schemas.openxmlformats.org/officeDocument/2006/relationships/slide"/><Relationship Id="rId31" Target="slides/slide13.xml" Type="http://schemas.openxmlformats.org/officeDocument/2006/relationships/slide"/><Relationship Id="rId4" Target="slideMasters/slideMaster1.xml" Type="http://schemas.openxmlformats.org/officeDocument/2006/relationships/slideMaster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#1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A966AA-C2D0-420D-89FC-1A1AB0AD4072}" type="doc">
      <dgm:prSet loTypeId="urn:microsoft.com/office/officeart/2005/8/layout/hProcess11" loCatId="process" qsTypeId="urn:microsoft.com/office/officeart/2005/8/quickstyle/simple1#1" qsCatId="simple" csTypeId="urn:microsoft.com/office/officeart/2005/8/colors/accent5_2#1" csCatId="accent5" phldr="1"/>
      <dgm:spPr/>
      <dgm:t>
        <a:bodyPr rtlCol="0"/>
        <a:lstStyle/>
        <a:p>
          <a:pPr rtl="0"/>
          <a:endParaRPr lang="en-US"/>
        </a:p>
      </dgm:t>
    </dgm:pt>
    <dgm:pt modelId="{45D50368-372D-4F79-95B9-B27BD239F0F6}">
      <dgm:prSet phldrT="[Text]" custT="1"/>
      <dgm:spPr/>
      <dgm:t>
        <a:bodyPr rtlCol="0"/>
        <a:lstStyle/>
        <a:p>
          <a:pPr algn="ctr" rtl="0">
            <a:buNone/>
          </a:pPr>
          <a:r>
            <a:rPr lang="fr" sz="1800" b="1">
              <a:latin typeface="+mn-lt"/>
            </a:rPr>
            <a:t>Développez</a:t>
          </a:r>
        </a:p>
      </dgm:t>
    </dgm:pt>
    <dgm:pt modelId="{CDE1A78B-2AE4-4A71-9139-416C219BC84D}" type="parTrans" cxnId="{68788A78-9180-41FF-BD09-BF4DBB52EA0D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508ABF25-4B40-405C-9E88-248ED8B31B83}" type="sibTrans" cxnId="{68788A78-9180-41FF-BD09-BF4DBB52EA0D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15FCB7DF-D0D3-43D8-8FE5-E5FFDED6264E}">
      <dgm:prSet phldrT="[Text]" custT="1"/>
      <dgm:spPr/>
      <dgm:t>
        <a:bodyPr rtlCol="0"/>
        <a:lstStyle/>
        <a:p>
          <a:pPr algn="ctr" rtl="0">
            <a:buFont typeface="Arial" panose="020B0604020202020204" pitchFamily="34" charset="0"/>
            <a:buNone/>
          </a:pPr>
          <a:r>
            <a:rPr lang="fr" sz="1800">
              <a:latin typeface="+mn-lt"/>
            </a:rPr>
            <a:t>Favoriser la croissance collaborative</a:t>
          </a:r>
        </a:p>
      </dgm:t>
    </dgm:pt>
    <dgm:pt modelId="{5DD5E854-B70B-4927-93DD-9B930567F2D9}" type="parTrans" cxnId="{D8EBBD42-214D-4D3D-9A34-A5A6A40991CD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DDE76206-3F7F-4788-87BA-8C9D4D26CDB9}" type="sibTrans" cxnId="{D8EBBD42-214D-4D3D-9A34-A5A6A40991CD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196543C5-093B-4437-B406-DBE4B882EA97}">
      <dgm:prSet phldrT="[Text]" custT="1"/>
      <dgm:spPr/>
      <dgm:t>
        <a:bodyPr rtlCol="0"/>
        <a:lstStyle/>
        <a:p>
          <a:pPr algn="ctr" rtl="0">
            <a:buNone/>
          </a:pPr>
          <a:r>
            <a:rPr lang="fr" sz="1800" b="1">
              <a:latin typeface="+mn-lt"/>
            </a:rPr>
            <a:t>Améliorer</a:t>
          </a:r>
        </a:p>
      </dgm:t>
    </dgm:pt>
    <dgm:pt modelId="{41DE1F19-4A9F-48CD-A44E-6BF1D04E31EE}" type="parTrans" cxnId="{52499B9F-797A-43CC-89E1-64C52021BFAF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F264F018-7FB9-43EC-B595-B986D351AD7B}" type="sibTrans" cxnId="{52499B9F-797A-43CC-89E1-64C52021BFAF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C485168C-07AD-4DE6-B17E-1E96E93777D7}">
      <dgm:prSet phldrT="[Text]" custT="1"/>
      <dgm:spPr/>
      <dgm:t>
        <a:bodyPr rtlCol="0"/>
        <a:lstStyle/>
        <a:p>
          <a:pPr algn="ctr" rtl="0">
            <a:buNone/>
          </a:pPr>
          <a:r>
            <a:rPr lang="fr" sz="1800">
              <a:latin typeface="+mn-lt"/>
            </a:rPr>
            <a:t>Garantir une expérience personnalisée et axée sur l’utilisateur</a:t>
          </a:r>
        </a:p>
      </dgm:t>
    </dgm:pt>
    <dgm:pt modelId="{2EA2CE1F-978B-4B0A-92B2-CA23FBAEB8C0}" type="parTrans" cxnId="{B374803A-F1D8-4C12-8B03-25954CE7DDA9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05F43B89-7F05-43F2-A0A8-66E0914D6EC4}" type="sibTrans" cxnId="{B374803A-F1D8-4C12-8B03-25954CE7DDA9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CA2BABAF-EDAA-4496-8316-FD6EA3643E8F}">
      <dgm:prSet phldrT="[Text]" custT="1"/>
      <dgm:spPr/>
      <dgm:t>
        <a:bodyPr rtlCol="0"/>
        <a:lstStyle/>
        <a:p>
          <a:pPr algn="ctr" rtl="0">
            <a:buNone/>
          </a:pPr>
          <a:r>
            <a:rPr lang="fr" sz="1800" b="1">
              <a:latin typeface="+mn-lt"/>
            </a:rPr>
            <a:t>Explorer</a:t>
          </a:r>
        </a:p>
      </dgm:t>
    </dgm:pt>
    <dgm:pt modelId="{2B1B4805-2FB7-402F-86A8-587F29181C18}" type="parTrans" cxnId="{4011B082-09BD-4DD1-A54F-EA5AB249A3C2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4498AB02-A1BF-4D28-8918-F87A89CEE23B}" type="sibTrans" cxnId="{4011B082-09BD-4DD1-A54F-EA5AB249A3C2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ABC1EDDD-C08B-4F9C-8453-9CEFCC2AF319}">
      <dgm:prSet phldrT="[Text]" custT="1"/>
      <dgm:spPr/>
      <dgm:t>
        <a:bodyPr rtlCol="0"/>
        <a:lstStyle/>
        <a:p>
          <a:pPr algn="ctr" rtl="0">
            <a:buNone/>
          </a:pPr>
          <a:r>
            <a:rPr lang="fr" sz="1800">
              <a:latin typeface="+mn-lt"/>
            </a:rPr>
            <a:t>Tirer parti des marchés mondiaux émergents</a:t>
          </a:r>
        </a:p>
      </dgm:t>
    </dgm:pt>
    <dgm:pt modelId="{33D02404-349E-4E82-A8BA-C0A907006883}" type="parTrans" cxnId="{9C4BE375-6187-4BD4-A343-9FC71D796AF1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7D85D88C-6545-49D9-9F9D-01270187B165}" type="sibTrans" cxnId="{9C4BE375-6187-4BD4-A343-9FC71D796AF1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7F7D3F0A-88AE-44AB-92BC-B1AEC7CDD5CE}" type="pres">
      <dgm:prSet presAssocID="{B6A966AA-C2D0-420D-89FC-1A1AB0AD4072}" presName="Name0" presStyleCnt="0">
        <dgm:presLayoutVars>
          <dgm:dir/>
          <dgm:resizeHandles val="exact"/>
        </dgm:presLayoutVars>
      </dgm:prSet>
      <dgm:spPr/>
    </dgm:pt>
    <dgm:pt modelId="{1321859E-820F-42A1-A815-96F9E1091C18}" type="pres">
      <dgm:prSet presAssocID="{B6A966AA-C2D0-420D-89FC-1A1AB0AD4072}" presName="arrow" presStyleLbl="bgShp" presStyleIdx="0" presStyleCnt="1"/>
      <dgm:spPr/>
    </dgm:pt>
    <dgm:pt modelId="{0C0EFEA6-53DB-4B11-B914-678B897CA613}" type="pres">
      <dgm:prSet presAssocID="{B6A966AA-C2D0-420D-89FC-1A1AB0AD4072}" presName="points" presStyleCnt="0"/>
      <dgm:spPr/>
    </dgm:pt>
    <dgm:pt modelId="{D1F8120B-2014-4539-8DB2-DF72EA65305F}" type="pres">
      <dgm:prSet presAssocID="{45D50368-372D-4F79-95B9-B27BD239F0F6}" presName="compositeA" presStyleCnt="0"/>
      <dgm:spPr/>
    </dgm:pt>
    <dgm:pt modelId="{7103C4FE-7A4B-41EF-8814-669D0064B6EF}" type="pres">
      <dgm:prSet presAssocID="{45D50368-372D-4F79-95B9-B27BD239F0F6}" presName="textA" presStyleLbl="revTx" presStyleIdx="0" presStyleCnt="3">
        <dgm:presLayoutVars>
          <dgm:bulletEnabled val="1"/>
        </dgm:presLayoutVars>
      </dgm:prSet>
      <dgm:spPr/>
    </dgm:pt>
    <dgm:pt modelId="{69242FCE-B1A3-4CB0-90C2-CB5EC309668C}" type="pres">
      <dgm:prSet presAssocID="{45D50368-372D-4F79-95B9-B27BD239F0F6}" presName="circleA" presStyleLbl="node1" presStyleIdx="0" presStyleCnt="3"/>
      <dgm:spPr/>
    </dgm:pt>
    <dgm:pt modelId="{301F205F-64EC-4B0E-A2AD-D5977C935AF4}" type="pres">
      <dgm:prSet presAssocID="{45D50368-372D-4F79-95B9-B27BD239F0F6}" presName="spaceA" presStyleCnt="0"/>
      <dgm:spPr/>
    </dgm:pt>
    <dgm:pt modelId="{B3AB7B4B-B32A-45B9-A77C-F2AACFD79CA5}" type="pres">
      <dgm:prSet presAssocID="{508ABF25-4B40-405C-9E88-248ED8B31B83}" presName="space" presStyleCnt="0"/>
      <dgm:spPr/>
    </dgm:pt>
    <dgm:pt modelId="{9B80AA7C-AE0D-4517-8F0E-3798D9078ECA}" type="pres">
      <dgm:prSet presAssocID="{196543C5-093B-4437-B406-DBE4B882EA97}" presName="compositeB" presStyleCnt="0"/>
      <dgm:spPr/>
    </dgm:pt>
    <dgm:pt modelId="{C72ECC98-97C1-4FA6-9751-2F88545F8213}" type="pres">
      <dgm:prSet presAssocID="{196543C5-093B-4437-B406-DBE4B882EA97}" presName="textB" presStyleLbl="revTx" presStyleIdx="1" presStyleCnt="3">
        <dgm:presLayoutVars>
          <dgm:bulletEnabled val="1"/>
        </dgm:presLayoutVars>
      </dgm:prSet>
      <dgm:spPr/>
    </dgm:pt>
    <dgm:pt modelId="{8A3CF5DF-2912-4784-8B16-20EF1087B16D}" type="pres">
      <dgm:prSet presAssocID="{196543C5-093B-4437-B406-DBE4B882EA97}" presName="circleB" presStyleLbl="node1" presStyleIdx="1" presStyleCnt="3"/>
      <dgm:spPr/>
    </dgm:pt>
    <dgm:pt modelId="{AEB44FDA-4D40-47A5-BEE0-4EF9F97BF5D2}" type="pres">
      <dgm:prSet presAssocID="{196543C5-093B-4437-B406-DBE4B882EA97}" presName="spaceB" presStyleCnt="0"/>
      <dgm:spPr/>
    </dgm:pt>
    <dgm:pt modelId="{66B84C84-45A2-4C61-AA12-3A3F75DB82F8}" type="pres">
      <dgm:prSet presAssocID="{F264F018-7FB9-43EC-B595-B986D351AD7B}" presName="space" presStyleCnt="0"/>
      <dgm:spPr/>
    </dgm:pt>
    <dgm:pt modelId="{8CEF5A46-4D3D-4D9F-B7F4-405723F5505C}" type="pres">
      <dgm:prSet presAssocID="{CA2BABAF-EDAA-4496-8316-FD6EA3643E8F}" presName="compositeA" presStyleCnt="0"/>
      <dgm:spPr/>
    </dgm:pt>
    <dgm:pt modelId="{0EA8ECEB-4BEA-4EA4-A72E-9427A4EDF870}" type="pres">
      <dgm:prSet presAssocID="{CA2BABAF-EDAA-4496-8316-FD6EA3643E8F}" presName="textA" presStyleLbl="revTx" presStyleIdx="2" presStyleCnt="3">
        <dgm:presLayoutVars>
          <dgm:bulletEnabled val="1"/>
        </dgm:presLayoutVars>
      </dgm:prSet>
      <dgm:spPr/>
    </dgm:pt>
    <dgm:pt modelId="{AE8B9E76-450B-4587-ADD0-D709E0D11B62}" type="pres">
      <dgm:prSet presAssocID="{CA2BABAF-EDAA-4496-8316-FD6EA3643E8F}" presName="circleA" presStyleLbl="node1" presStyleIdx="2" presStyleCnt="3"/>
      <dgm:spPr/>
    </dgm:pt>
    <dgm:pt modelId="{7E02D670-50CE-4DE9-9D99-A3113C1CA49F}" type="pres">
      <dgm:prSet presAssocID="{CA2BABAF-EDAA-4496-8316-FD6EA3643E8F}" presName="spaceA" presStyleCnt="0"/>
      <dgm:spPr/>
    </dgm:pt>
  </dgm:ptLst>
  <dgm:cxnLst>
    <dgm:cxn modelId="{33FC2F0C-BBBC-49D9-8DB9-87CFB664B234}" type="presOf" srcId="{45D50368-372D-4F79-95B9-B27BD239F0F6}" destId="{7103C4FE-7A4B-41EF-8814-669D0064B6EF}" srcOrd="0" destOrd="0" presId="urn:microsoft.com/office/officeart/2005/8/layout/hProcess11"/>
    <dgm:cxn modelId="{B374803A-F1D8-4C12-8B03-25954CE7DDA9}" srcId="{196543C5-093B-4437-B406-DBE4B882EA97}" destId="{C485168C-07AD-4DE6-B17E-1E96E93777D7}" srcOrd="0" destOrd="0" parTransId="{2EA2CE1F-978B-4B0A-92B2-CA23FBAEB8C0}" sibTransId="{05F43B89-7F05-43F2-A0A8-66E0914D6EC4}"/>
    <dgm:cxn modelId="{D8EBBD42-214D-4D3D-9A34-A5A6A40991CD}" srcId="{45D50368-372D-4F79-95B9-B27BD239F0F6}" destId="{15FCB7DF-D0D3-43D8-8FE5-E5FFDED6264E}" srcOrd="0" destOrd="0" parTransId="{5DD5E854-B70B-4927-93DD-9B930567F2D9}" sibTransId="{DDE76206-3F7F-4788-87BA-8C9D4D26CDB9}"/>
    <dgm:cxn modelId="{8AF7704F-B285-4A9C-BA90-65BEC6653B6C}" type="presOf" srcId="{B6A966AA-C2D0-420D-89FC-1A1AB0AD4072}" destId="{7F7D3F0A-88AE-44AB-92BC-B1AEC7CDD5CE}" srcOrd="0" destOrd="0" presId="urn:microsoft.com/office/officeart/2005/8/layout/hProcess11"/>
    <dgm:cxn modelId="{B93E1354-FC50-4D0F-81DD-4CEBA5959AFE}" type="presOf" srcId="{CA2BABAF-EDAA-4496-8316-FD6EA3643E8F}" destId="{0EA8ECEB-4BEA-4EA4-A72E-9427A4EDF870}" srcOrd="0" destOrd="0" presId="urn:microsoft.com/office/officeart/2005/8/layout/hProcess11"/>
    <dgm:cxn modelId="{9C4BE375-6187-4BD4-A343-9FC71D796AF1}" srcId="{CA2BABAF-EDAA-4496-8316-FD6EA3643E8F}" destId="{ABC1EDDD-C08B-4F9C-8453-9CEFCC2AF319}" srcOrd="0" destOrd="0" parTransId="{33D02404-349E-4E82-A8BA-C0A907006883}" sibTransId="{7D85D88C-6545-49D9-9F9D-01270187B165}"/>
    <dgm:cxn modelId="{68788A78-9180-41FF-BD09-BF4DBB52EA0D}" srcId="{B6A966AA-C2D0-420D-89FC-1A1AB0AD4072}" destId="{45D50368-372D-4F79-95B9-B27BD239F0F6}" srcOrd="0" destOrd="0" parTransId="{CDE1A78B-2AE4-4A71-9139-416C219BC84D}" sibTransId="{508ABF25-4B40-405C-9E88-248ED8B31B83}"/>
    <dgm:cxn modelId="{4011B082-09BD-4DD1-A54F-EA5AB249A3C2}" srcId="{B6A966AA-C2D0-420D-89FC-1A1AB0AD4072}" destId="{CA2BABAF-EDAA-4496-8316-FD6EA3643E8F}" srcOrd="2" destOrd="0" parTransId="{2B1B4805-2FB7-402F-86A8-587F29181C18}" sibTransId="{4498AB02-A1BF-4D28-8918-F87A89CEE23B}"/>
    <dgm:cxn modelId="{0CFCA19E-9316-4666-B978-BF8C655DDDAF}" type="presOf" srcId="{196543C5-093B-4437-B406-DBE4B882EA97}" destId="{C72ECC98-97C1-4FA6-9751-2F88545F8213}" srcOrd="0" destOrd="0" presId="urn:microsoft.com/office/officeart/2005/8/layout/hProcess11"/>
    <dgm:cxn modelId="{52499B9F-797A-43CC-89E1-64C52021BFAF}" srcId="{B6A966AA-C2D0-420D-89FC-1A1AB0AD4072}" destId="{196543C5-093B-4437-B406-DBE4B882EA97}" srcOrd="1" destOrd="0" parTransId="{41DE1F19-4A9F-48CD-A44E-6BF1D04E31EE}" sibTransId="{F264F018-7FB9-43EC-B595-B986D351AD7B}"/>
    <dgm:cxn modelId="{A780DCA0-97BB-47F1-AE52-A151606F1265}" type="presOf" srcId="{ABC1EDDD-C08B-4F9C-8453-9CEFCC2AF319}" destId="{0EA8ECEB-4BEA-4EA4-A72E-9427A4EDF870}" srcOrd="0" destOrd="1" presId="urn:microsoft.com/office/officeart/2005/8/layout/hProcess11"/>
    <dgm:cxn modelId="{F12E74E0-3FC7-4399-A4D7-928B7B4EA7A0}" type="presOf" srcId="{15FCB7DF-D0D3-43D8-8FE5-E5FFDED6264E}" destId="{7103C4FE-7A4B-41EF-8814-669D0064B6EF}" srcOrd="0" destOrd="1" presId="urn:microsoft.com/office/officeart/2005/8/layout/hProcess11"/>
    <dgm:cxn modelId="{60BF31ED-B4A4-412E-B0A4-FCF5721F407F}" type="presOf" srcId="{C485168C-07AD-4DE6-B17E-1E96E93777D7}" destId="{C72ECC98-97C1-4FA6-9751-2F88545F8213}" srcOrd="0" destOrd="1" presId="urn:microsoft.com/office/officeart/2005/8/layout/hProcess11"/>
    <dgm:cxn modelId="{7849C247-851C-4CEB-9B9D-59ABFE120C8A}" type="presParOf" srcId="{7F7D3F0A-88AE-44AB-92BC-B1AEC7CDD5CE}" destId="{1321859E-820F-42A1-A815-96F9E1091C18}" srcOrd="0" destOrd="0" presId="urn:microsoft.com/office/officeart/2005/8/layout/hProcess11"/>
    <dgm:cxn modelId="{BF45A60D-96FF-473A-B57F-CF56378654CB}" type="presParOf" srcId="{7F7D3F0A-88AE-44AB-92BC-B1AEC7CDD5CE}" destId="{0C0EFEA6-53DB-4B11-B914-678B897CA613}" srcOrd="1" destOrd="0" presId="urn:microsoft.com/office/officeart/2005/8/layout/hProcess11"/>
    <dgm:cxn modelId="{373F4474-FD59-4113-8085-E79F58FC39C7}" type="presParOf" srcId="{0C0EFEA6-53DB-4B11-B914-678B897CA613}" destId="{D1F8120B-2014-4539-8DB2-DF72EA65305F}" srcOrd="0" destOrd="0" presId="urn:microsoft.com/office/officeart/2005/8/layout/hProcess11"/>
    <dgm:cxn modelId="{6CA87CCD-3781-4E2F-A803-26D211F1164A}" type="presParOf" srcId="{D1F8120B-2014-4539-8DB2-DF72EA65305F}" destId="{7103C4FE-7A4B-41EF-8814-669D0064B6EF}" srcOrd="0" destOrd="0" presId="urn:microsoft.com/office/officeart/2005/8/layout/hProcess11"/>
    <dgm:cxn modelId="{2C783DC9-BCFF-47D6-B9A4-7620E681CE7B}" type="presParOf" srcId="{D1F8120B-2014-4539-8DB2-DF72EA65305F}" destId="{69242FCE-B1A3-4CB0-90C2-CB5EC309668C}" srcOrd="1" destOrd="0" presId="urn:microsoft.com/office/officeart/2005/8/layout/hProcess11"/>
    <dgm:cxn modelId="{51436E83-D55A-4252-9307-E6DD23BC71B1}" type="presParOf" srcId="{D1F8120B-2014-4539-8DB2-DF72EA65305F}" destId="{301F205F-64EC-4B0E-A2AD-D5977C935AF4}" srcOrd="2" destOrd="0" presId="urn:microsoft.com/office/officeart/2005/8/layout/hProcess11"/>
    <dgm:cxn modelId="{035DE029-A115-4D1B-B566-7C73919D30BD}" type="presParOf" srcId="{0C0EFEA6-53DB-4B11-B914-678B897CA613}" destId="{B3AB7B4B-B32A-45B9-A77C-F2AACFD79CA5}" srcOrd="1" destOrd="0" presId="urn:microsoft.com/office/officeart/2005/8/layout/hProcess11"/>
    <dgm:cxn modelId="{C147C24D-FED8-4C5F-A80D-D6D44BF366E1}" type="presParOf" srcId="{0C0EFEA6-53DB-4B11-B914-678B897CA613}" destId="{9B80AA7C-AE0D-4517-8F0E-3798D9078ECA}" srcOrd="2" destOrd="0" presId="urn:microsoft.com/office/officeart/2005/8/layout/hProcess11"/>
    <dgm:cxn modelId="{53793FBF-21A3-4D92-8C0F-F9CF0CAF6629}" type="presParOf" srcId="{9B80AA7C-AE0D-4517-8F0E-3798D9078ECA}" destId="{C72ECC98-97C1-4FA6-9751-2F88545F8213}" srcOrd="0" destOrd="0" presId="urn:microsoft.com/office/officeart/2005/8/layout/hProcess11"/>
    <dgm:cxn modelId="{CE6E8620-4AAD-4191-A9D9-F888C053CED8}" type="presParOf" srcId="{9B80AA7C-AE0D-4517-8F0E-3798D9078ECA}" destId="{8A3CF5DF-2912-4784-8B16-20EF1087B16D}" srcOrd="1" destOrd="0" presId="urn:microsoft.com/office/officeart/2005/8/layout/hProcess11"/>
    <dgm:cxn modelId="{6C95E7EA-2961-4ADE-BA5A-9B67FAC37BCE}" type="presParOf" srcId="{9B80AA7C-AE0D-4517-8F0E-3798D9078ECA}" destId="{AEB44FDA-4D40-47A5-BEE0-4EF9F97BF5D2}" srcOrd="2" destOrd="0" presId="urn:microsoft.com/office/officeart/2005/8/layout/hProcess11"/>
    <dgm:cxn modelId="{3BC5DF92-4D9B-42AA-A67F-99A3E4840255}" type="presParOf" srcId="{0C0EFEA6-53DB-4B11-B914-678B897CA613}" destId="{66B84C84-45A2-4C61-AA12-3A3F75DB82F8}" srcOrd="3" destOrd="0" presId="urn:microsoft.com/office/officeart/2005/8/layout/hProcess11"/>
    <dgm:cxn modelId="{FE27A33F-134B-4D24-AC36-DCCCF056641C}" type="presParOf" srcId="{0C0EFEA6-53DB-4B11-B914-678B897CA613}" destId="{8CEF5A46-4D3D-4D9F-B7F4-405723F5505C}" srcOrd="4" destOrd="0" presId="urn:microsoft.com/office/officeart/2005/8/layout/hProcess11"/>
    <dgm:cxn modelId="{94D75A07-120C-42AF-912B-044BD69E1C67}" type="presParOf" srcId="{8CEF5A46-4D3D-4D9F-B7F4-405723F5505C}" destId="{0EA8ECEB-4BEA-4EA4-A72E-9427A4EDF870}" srcOrd="0" destOrd="0" presId="urn:microsoft.com/office/officeart/2005/8/layout/hProcess11"/>
    <dgm:cxn modelId="{AF929006-0D84-43C4-AC24-C78F8617B9EC}" type="presParOf" srcId="{8CEF5A46-4D3D-4D9F-B7F4-405723F5505C}" destId="{AE8B9E76-450B-4587-ADD0-D709E0D11B62}" srcOrd="1" destOrd="0" presId="urn:microsoft.com/office/officeart/2005/8/layout/hProcess11"/>
    <dgm:cxn modelId="{9A93D057-5018-4672-A272-9B3DEF73DECA}" type="presParOf" srcId="{8CEF5A46-4D3D-4D9F-B7F4-405723F5505C}" destId="{7E02D670-50CE-4DE9-9D99-A3113C1CA49F}" srcOrd="2" destOrd="0" presId="urn:microsoft.com/office/officeart/2005/8/layout/hProcess1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21859E-820F-42A1-A815-96F9E1091C18}">
      <dsp:nvSpPr>
        <dsp:cNvPr id="0" name=""/>
        <dsp:cNvSpPr/>
      </dsp:nvSpPr>
      <dsp:spPr>
        <a:xfrm>
          <a:off x="0" y="630936"/>
          <a:ext cx="10423525" cy="841248"/>
        </a:xfrm>
        <a:prstGeom prst="notched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03C4FE-7A4B-41EF-8814-669D0064B6EF}">
      <dsp:nvSpPr>
        <dsp:cNvPr id="0" name=""/>
        <dsp:cNvSpPr/>
      </dsp:nvSpPr>
      <dsp:spPr>
        <a:xfrm>
          <a:off x="4580" y="0"/>
          <a:ext cx="3023229" cy="84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rtlCol="0" anchor="b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" sz="1800" b="1" kern="1200">
              <a:latin typeface="+mn-lt"/>
            </a:rPr>
            <a:t>Développez</a:t>
          </a:r>
        </a:p>
        <a:p>
          <a:pPr marL="171450" lvl="1" indent="-171450" algn="ctr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fr" sz="1800" kern="1200">
              <a:latin typeface="+mn-lt"/>
            </a:rPr>
            <a:t>Favoriser la croissance collaborative</a:t>
          </a:r>
        </a:p>
      </dsp:txBody>
      <dsp:txXfrm>
        <a:off x="4580" y="0"/>
        <a:ext cx="3023229" cy="841248"/>
      </dsp:txXfrm>
    </dsp:sp>
    <dsp:sp modelId="{69242FCE-B1A3-4CB0-90C2-CB5EC309668C}">
      <dsp:nvSpPr>
        <dsp:cNvPr id="0" name=""/>
        <dsp:cNvSpPr/>
      </dsp:nvSpPr>
      <dsp:spPr>
        <a:xfrm>
          <a:off x="1411039" y="946404"/>
          <a:ext cx="210312" cy="21031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2ECC98-97C1-4FA6-9751-2F88545F8213}">
      <dsp:nvSpPr>
        <dsp:cNvPr id="0" name=""/>
        <dsp:cNvSpPr/>
      </dsp:nvSpPr>
      <dsp:spPr>
        <a:xfrm>
          <a:off x="3178971" y="1261872"/>
          <a:ext cx="3023229" cy="84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rtlCol="0" anchor="t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" sz="1800" b="1" kern="1200">
              <a:latin typeface="+mn-lt"/>
            </a:rPr>
            <a:t>Améliorer</a:t>
          </a:r>
        </a:p>
        <a:p>
          <a:pPr marL="171450" lvl="1" indent="-171450" algn="ctr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" sz="1800" kern="1200">
              <a:latin typeface="+mn-lt"/>
            </a:rPr>
            <a:t>Garantir une expérience personnalisée et axée sur l’utilisateur</a:t>
          </a:r>
        </a:p>
      </dsp:txBody>
      <dsp:txXfrm>
        <a:off x="3178971" y="1261872"/>
        <a:ext cx="3023229" cy="841248"/>
      </dsp:txXfrm>
    </dsp:sp>
    <dsp:sp modelId="{8A3CF5DF-2912-4784-8B16-20EF1087B16D}">
      <dsp:nvSpPr>
        <dsp:cNvPr id="0" name=""/>
        <dsp:cNvSpPr/>
      </dsp:nvSpPr>
      <dsp:spPr>
        <a:xfrm>
          <a:off x="4585430" y="946404"/>
          <a:ext cx="210312" cy="21031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8ECEB-4BEA-4EA4-A72E-9427A4EDF870}">
      <dsp:nvSpPr>
        <dsp:cNvPr id="0" name=""/>
        <dsp:cNvSpPr/>
      </dsp:nvSpPr>
      <dsp:spPr>
        <a:xfrm>
          <a:off x="6353362" y="0"/>
          <a:ext cx="3023229" cy="84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rtlCol="0" anchor="b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" sz="1800" b="1" kern="1200">
              <a:latin typeface="+mn-lt"/>
            </a:rPr>
            <a:t>Explorer</a:t>
          </a:r>
        </a:p>
        <a:p>
          <a:pPr marL="171450" lvl="1" indent="-171450" algn="ctr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" sz="1800" kern="1200">
              <a:latin typeface="+mn-lt"/>
            </a:rPr>
            <a:t>Tirer parti des marchés mondiaux émergents</a:t>
          </a:r>
        </a:p>
      </dsp:txBody>
      <dsp:txXfrm>
        <a:off x="6353362" y="0"/>
        <a:ext cx="3023229" cy="841248"/>
      </dsp:txXfrm>
    </dsp:sp>
    <dsp:sp modelId="{AE8B9E76-450B-4587-ADD0-D709E0D11B62}">
      <dsp:nvSpPr>
        <dsp:cNvPr id="0" name=""/>
        <dsp:cNvSpPr/>
      </dsp:nvSpPr>
      <dsp:spPr>
        <a:xfrm>
          <a:off x="7759821" y="946404"/>
          <a:ext cx="210312" cy="21031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54D0B883-0A39-E05B-61ED-5FE94E7E6C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e de l'espace réservé 2">
            <a:extLst>
              <a:ext uri="{FF2B5EF4-FFF2-40B4-BE49-F238E27FC236}">
                <a16:creationId xmlns:a16="http://schemas.microsoft.com/office/drawing/2014/main" id="{E71B2735-0E3E-EB93-68DA-1402951418E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4DA340-CA88-40FE-8D9F-FB95A67E2ACC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Pied de page Espace réservé 3">
            <a:extLst>
              <a:ext uri="{FF2B5EF4-FFF2-40B4-BE49-F238E27FC236}">
                <a16:creationId xmlns:a16="http://schemas.microsoft.com/office/drawing/2014/main" id="{001912F7-468D-0E8D-7580-A7ADE9D11B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45DA9A4-3BA2-3E7F-4048-A9EB25D5A2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B4C7120-FABF-42CA-85D1-839480B5B48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99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Date de l'espace réservé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90BC4F2-6A87-450D-AD53-D2188421BC53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4" name="Espace réservé pour image de diapositiv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C3B2649-7BD8-4005-A99E-30D13769A8BD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81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5">
            <a:extLst>
              <a:ext uri="{FF2B5EF4-FFF2-40B4-BE49-F238E27FC236}">
                <a16:creationId xmlns:a16="http://schemas.microsoft.com/office/drawing/2014/main" id="{751A4182-6276-41ED-8EAF-0C6A4D8FF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F4B644F-A23D-409C-9540-B41AC18DB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334003" cy="617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70AF812-9F51-0D2C-2EA5-A8D6DA662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4114800" cy="3474720"/>
          </a:xfrm>
        </p:spPr>
        <p:txBody>
          <a:bodyPr rtlCol="0" anchor="ctr">
            <a:normAutofit/>
          </a:bodyPr>
          <a:lstStyle>
            <a:lvl1pPr>
              <a:defRPr sz="4400"/>
            </a:lvl1pPr>
          </a:lstStyle>
          <a:p>
            <a:pPr rtl="0"/>
            <a:r>
              <a:rPr lang="fr"/>
              <a:t>Modifiez le style du titre</a:t>
            </a:r>
          </a:p>
        </p:txBody>
      </p:sp>
      <p:sp>
        <p:nvSpPr>
          <p:cNvPr id="9" name="Sous-titre 19">
            <a:extLst>
              <a:ext uri="{FF2B5EF4-FFF2-40B4-BE49-F238E27FC236}">
                <a16:creationId xmlns:a16="http://schemas.microsoft.com/office/drawing/2014/main" id="{E8F46CAD-D4FF-4BBC-937E-CBBD034A18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2000" y="4570807"/>
            <a:ext cx="4123899" cy="15240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</a:lstStyle>
          <a:p>
            <a:pPr algn="l" rtl="0"/>
            <a:r>
              <a:rPr lang="fr"/>
              <a:t>Cliquez pour ajouter un sous-titre</a:t>
            </a:r>
          </a:p>
        </p:txBody>
      </p:sp>
      <p:sp>
        <p:nvSpPr>
          <p:cNvPr id="15" name="Espace réservé d’image 14">
            <a:extLst>
              <a:ext uri="{FF2B5EF4-FFF2-40B4-BE49-F238E27FC236}">
                <a16:creationId xmlns:a16="http://schemas.microsoft.com/office/drawing/2014/main" id="{A2750E7C-D01B-4533-A0B8-2E7EF2B168D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30952" y="754711"/>
            <a:ext cx="6099048" cy="5340096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73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FAC5ABB9-3EAC-446C-B128-CFDB09B24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6" name="Rectangle 5">
            <a:extLst>
              <a:ext uri="{FF2B5EF4-FFF2-40B4-BE49-F238E27FC236}">
                <a16:creationId xmlns:a16="http://schemas.microsoft.com/office/drawing/2014/main" id="{70DED2D7-7BC9-473D-8241-8289B5821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9C2616F-4436-4A60-BB08-54EC762C5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762001"/>
            <a:ext cx="12192000" cy="6095999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62A5B690-D47A-166B-0BEE-8CDC1BB59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4114800" cy="457200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pPr rtl="0"/>
            <a:r>
              <a:rPr lang="fr"/>
              <a:t>Modifiez le style du titre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D99B7A4E-1E73-5148-8EF4-5232DBEAFE0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517904"/>
            <a:ext cx="5212080" cy="4572000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24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fr"/>
              <a:t>1/3/20XX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1E4CB7-CB13-4810-BF18-BE31AFC64F93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13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ut de section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5">
            <a:extLst>
              <a:ext uri="{FF2B5EF4-FFF2-40B4-BE49-F238E27FC236}">
                <a16:creationId xmlns:a16="http://schemas.microsoft.com/office/drawing/2014/main" id="{751A4182-6276-41ED-8EAF-0C6A4D8FF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F4B644F-A23D-409C-9540-B41AC18DB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7997" y="0"/>
            <a:ext cx="5334003" cy="617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5C320B4-1D6E-D480-A44F-13517DFF7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40" y="841248"/>
            <a:ext cx="4114800" cy="3474720"/>
          </a:xfrm>
        </p:spPr>
        <p:txBody>
          <a:bodyPr rtlCol="0" anchor="ctr">
            <a:normAutofit/>
          </a:bodyPr>
          <a:lstStyle>
            <a:lvl1pPr>
              <a:defRPr sz="4400"/>
            </a:lvl1pPr>
          </a:lstStyle>
          <a:p>
            <a:pPr rtl="0"/>
            <a:r>
              <a:rPr lang="fr"/>
              <a:t>Modifiez le style du titre</a:t>
            </a:r>
          </a:p>
        </p:txBody>
      </p:sp>
      <p:sp>
        <p:nvSpPr>
          <p:cNvPr id="9" name="Sous-titre 19">
            <a:extLst>
              <a:ext uri="{FF2B5EF4-FFF2-40B4-BE49-F238E27FC236}">
                <a16:creationId xmlns:a16="http://schemas.microsoft.com/office/drawing/2014/main" id="{E8F46CAD-D4FF-4BBC-937E-CBBD034A18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06641" y="4570807"/>
            <a:ext cx="4114800" cy="15240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</a:lstStyle>
          <a:p>
            <a:pPr algn="l" rtl="0"/>
            <a:r>
              <a:rPr lang="fr"/>
              <a:t>Cliquez pour ajouter un sous-titre</a:t>
            </a:r>
          </a:p>
        </p:txBody>
      </p:sp>
      <p:sp>
        <p:nvSpPr>
          <p:cNvPr id="15" name="Espace réservé d’image 14">
            <a:extLst>
              <a:ext uri="{FF2B5EF4-FFF2-40B4-BE49-F238E27FC236}">
                <a16:creationId xmlns:a16="http://schemas.microsoft.com/office/drawing/2014/main" id="{A2750E7C-D01B-4533-A0B8-2E7EF2B168D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52" y="758952"/>
            <a:ext cx="6099048" cy="5340096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027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ut de section avec sous-tit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e libre : Forme 7">
            <a:extLst>
              <a:ext uri="{FF2B5EF4-FFF2-40B4-BE49-F238E27FC236}">
                <a16:creationId xmlns:a16="http://schemas.microsoft.com/office/drawing/2014/main" id="{1D03AAFC-F6FA-4A24-BE1D-34AE6AD64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15" name="Titre 16">
            <a:extLst>
              <a:ext uri="{FF2B5EF4-FFF2-40B4-BE49-F238E27FC236}">
                <a16:creationId xmlns:a16="http://schemas.microsoft.com/office/drawing/2014/main" id="{8950CCE3-163E-46A1-B489-395F3F75F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5212080" cy="2788920"/>
          </a:xfrm>
        </p:spPr>
        <p:txBody>
          <a:bodyPr rtlCol="0" anchor="b">
            <a:normAutofit/>
          </a:bodyPr>
          <a:lstStyle>
            <a:lvl1pPr>
              <a:defRPr sz="4400"/>
            </a:lvl1pPr>
          </a:lstStyle>
          <a:p>
            <a:pPr algn="l" rtl="0"/>
            <a:endParaRPr lang="en-US" dirty="0"/>
          </a:p>
        </p:txBody>
      </p:sp>
      <p:sp>
        <p:nvSpPr>
          <p:cNvPr id="16" name="Sous-titre 17">
            <a:extLst>
              <a:ext uri="{FF2B5EF4-FFF2-40B4-BE49-F238E27FC236}">
                <a16:creationId xmlns:a16="http://schemas.microsoft.com/office/drawing/2014/main" id="{81E38157-454C-44D5-8D2B-A220A53D7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1999"/>
            <a:ext cx="5212080" cy="164592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</a:lstStyle>
          <a:p>
            <a:pPr algn="l" rtl="0"/>
            <a:endParaRPr lang="en-US" dirty="0"/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82190B39-D040-425A-9AD6-58A7533FEA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13448" y="756284"/>
            <a:ext cx="4434840" cy="5349240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06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4A1CC7-4419-4A64-9DC9-AE157407A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8A2F8EC6-DD66-475C-B129-22B374F49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 useBgFill="1">
        <p:nvSpPr>
          <p:cNvPr id="12" name="Forme libre : Forme 11">
            <a:extLst>
              <a:ext uri="{FF2B5EF4-FFF2-40B4-BE49-F238E27FC236}">
                <a16:creationId xmlns:a16="http://schemas.microsoft.com/office/drawing/2014/main" id="{86FA963F-8B94-469B-B1A5-890D9134F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1430001" cy="6168789"/>
          </a:xfrm>
          <a:custGeom>
            <a:avLst/>
            <a:gdLst>
              <a:gd name="connsiteX0" fmla="*/ 0 w 11430001"/>
              <a:gd name="connsiteY0" fmla="*/ 0 h 6168789"/>
              <a:gd name="connsiteX1" fmla="*/ 5334002 w 11430001"/>
              <a:gd name="connsiteY1" fmla="*/ 0 h 6168789"/>
              <a:gd name="connsiteX2" fmla="*/ 5334002 w 11430001"/>
              <a:gd name="connsiteY2" fmla="*/ 771523 h 6168789"/>
              <a:gd name="connsiteX3" fmla="*/ 11430001 w 11430001"/>
              <a:gd name="connsiteY3" fmla="*/ 771523 h 6168789"/>
              <a:gd name="connsiteX4" fmla="*/ 11430001 w 11430001"/>
              <a:gd name="connsiteY4" fmla="*/ 6168789 h 6168789"/>
              <a:gd name="connsiteX5" fmla="*/ 0 w 11430001"/>
              <a:gd name="connsiteY5" fmla="*/ 6168789 h 6168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30001" h="6168789">
                <a:moveTo>
                  <a:pt x="0" y="0"/>
                </a:moveTo>
                <a:lnTo>
                  <a:pt x="5334002" y="0"/>
                </a:lnTo>
                <a:lnTo>
                  <a:pt x="5334002" y="771523"/>
                </a:lnTo>
                <a:lnTo>
                  <a:pt x="11430001" y="771523"/>
                </a:lnTo>
                <a:lnTo>
                  <a:pt x="11430001" y="6168789"/>
                </a:lnTo>
                <a:lnTo>
                  <a:pt x="0" y="6168789"/>
                </a:lnTo>
                <a:close/>
              </a:path>
            </a:pathLst>
          </a:cu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13" name="Titre 5">
            <a:extLst>
              <a:ext uri="{FF2B5EF4-FFF2-40B4-BE49-F238E27FC236}">
                <a16:creationId xmlns:a16="http://schemas.microsoft.com/office/drawing/2014/main" id="{4CD44A43-6E39-4FE6-87BB-C65CE8FC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1616" y="1517649"/>
            <a:ext cx="4663440" cy="155448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pPr rtl="0"/>
            <a:endParaRPr lang="en-US" dirty="0"/>
          </a:p>
        </p:txBody>
      </p:sp>
      <p:sp>
        <p:nvSpPr>
          <p:cNvPr id="18" name="Espace réservé d’image 17">
            <a:extLst>
              <a:ext uri="{FF2B5EF4-FFF2-40B4-BE49-F238E27FC236}">
                <a16:creationId xmlns:a16="http://schemas.microsoft.com/office/drawing/2014/main" id="{5229EB0D-B986-4E26-BDF3-305AE3233E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52" y="883487"/>
            <a:ext cx="4562856" cy="5148072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B73FFA1-F0AE-DFF4-B013-E635479FD56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71616" y="3291840"/>
            <a:ext cx="4663440" cy="274320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fr"/>
              <a:t>1/3/20XX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1E4CB7-CB13-4810-BF18-BE31AFC64F93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25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aut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e libre : Forme 7">
            <a:extLst>
              <a:ext uri="{FF2B5EF4-FFF2-40B4-BE49-F238E27FC236}">
                <a16:creationId xmlns:a16="http://schemas.microsoft.com/office/drawing/2014/main" id="{1D03AAFC-F6FA-4A24-BE1D-34AE6AD64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15" name="Titre 16">
            <a:extLst>
              <a:ext uri="{FF2B5EF4-FFF2-40B4-BE49-F238E27FC236}">
                <a16:creationId xmlns:a16="http://schemas.microsoft.com/office/drawing/2014/main" id="{8950CCE3-163E-46A1-B489-395F3F75F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3"/>
            <a:ext cx="4663440" cy="4590288"/>
          </a:xfrm>
        </p:spPr>
        <p:txBody>
          <a:bodyPr rtlCol="0" anchor="ctr">
            <a:normAutofit/>
          </a:bodyPr>
          <a:lstStyle>
            <a:lvl1pPr>
              <a:defRPr sz="4400"/>
            </a:lvl1pPr>
          </a:lstStyle>
          <a:p>
            <a:pPr algn="l" rtl="0"/>
            <a:endParaRPr lang="en-US" dirty="0"/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82190B39-D040-425A-9AD6-58A7533FEA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65976" y="756284"/>
            <a:ext cx="4773168" cy="5349240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898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4A1CC7-4419-4A64-9DC9-AE157407A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8A2F8EC6-DD66-475C-B129-22B374F49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 useBgFill="1">
        <p:nvSpPr>
          <p:cNvPr id="12" name="Forme libre : Forme 11">
            <a:extLst>
              <a:ext uri="{FF2B5EF4-FFF2-40B4-BE49-F238E27FC236}">
                <a16:creationId xmlns:a16="http://schemas.microsoft.com/office/drawing/2014/main" id="{86FA963F-8B94-469B-B1A5-890D9134F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61999" y="0"/>
            <a:ext cx="11430001" cy="6168789"/>
          </a:xfrm>
          <a:custGeom>
            <a:avLst/>
            <a:gdLst>
              <a:gd name="connsiteX0" fmla="*/ 0 w 11430001"/>
              <a:gd name="connsiteY0" fmla="*/ 0 h 6168789"/>
              <a:gd name="connsiteX1" fmla="*/ 5334002 w 11430001"/>
              <a:gd name="connsiteY1" fmla="*/ 0 h 6168789"/>
              <a:gd name="connsiteX2" fmla="*/ 5334002 w 11430001"/>
              <a:gd name="connsiteY2" fmla="*/ 771523 h 6168789"/>
              <a:gd name="connsiteX3" fmla="*/ 11430001 w 11430001"/>
              <a:gd name="connsiteY3" fmla="*/ 771523 h 6168789"/>
              <a:gd name="connsiteX4" fmla="*/ 11430001 w 11430001"/>
              <a:gd name="connsiteY4" fmla="*/ 6168789 h 6168789"/>
              <a:gd name="connsiteX5" fmla="*/ 0 w 11430001"/>
              <a:gd name="connsiteY5" fmla="*/ 6168789 h 6168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30001" h="6168789">
                <a:moveTo>
                  <a:pt x="0" y="0"/>
                </a:moveTo>
                <a:lnTo>
                  <a:pt x="5334002" y="0"/>
                </a:lnTo>
                <a:lnTo>
                  <a:pt x="5334002" y="771523"/>
                </a:lnTo>
                <a:lnTo>
                  <a:pt x="11430001" y="771523"/>
                </a:lnTo>
                <a:lnTo>
                  <a:pt x="11430001" y="6168789"/>
                </a:lnTo>
                <a:lnTo>
                  <a:pt x="0" y="6168789"/>
                </a:lnTo>
                <a:close/>
              </a:path>
            </a:pathLst>
          </a:cu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13" name="Titre 5">
            <a:extLst>
              <a:ext uri="{FF2B5EF4-FFF2-40B4-BE49-F238E27FC236}">
                <a16:creationId xmlns:a16="http://schemas.microsoft.com/office/drawing/2014/main" id="{4CD44A43-6E39-4FE6-87BB-C65CE8FC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649"/>
            <a:ext cx="4754880" cy="164592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pPr rtl="0"/>
            <a:endParaRPr lang="en-US" dirty="0"/>
          </a:p>
        </p:txBody>
      </p:sp>
      <p:sp>
        <p:nvSpPr>
          <p:cNvPr id="5" name="Espace réservé du contenu 5">
            <a:extLst>
              <a:ext uri="{FF2B5EF4-FFF2-40B4-BE49-F238E27FC236}">
                <a16:creationId xmlns:a16="http://schemas.microsoft.com/office/drawing/2014/main" id="{0C795068-4EB8-AD75-B4FA-E0676D82352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17904" y="3291840"/>
            <a:ext cx="4754880" cy="274320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18" name="Espace réservé d’image 17">
            <a:extLst>
              <a:ext uri="{FF2B5EF4-FFF2-40B4-BE49-F238E27FC236}">
                <a16:creationId xmlns:a16="http://schemas.microsoft.com/office/drawing/2014/main" id="{5229EB0D-B986-4E26-BDF3-305AE3233E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00954" y="883486"/>
            <a:ext cx="4562856" cy="5212513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fr"/>
              <a:t>1/3/20XX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1E4CB7-CB13-4810-BF18-BE31AFC64F93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907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ux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28016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pPr rtl="0"/>
            <a:r>
              <a:rPr lang="fr"/>
              <a:t>Modifiez le style du titre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56DDD407-AEC1-3D37-ADE9-45D0416B208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17904" y="3108960"/>
            <a:ext cx="4334256" cy="301752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11" name="Espace réservé du contenu 5">
            <a:extLst>
              <a:ext uri="{FF2B5EF4-FFF2-40B4-BE49-F238E27FC236}">
                <a16:creationId xmlns:a16="http://schemas.microsoft.com/office/drawing/2014/main" id="{6200E1C4-7A2D-07AE-8DB0-52CEF088A18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36792" y="3108960"/>
            <a:ext cx="4334256" cy="301752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fr"/>
              <a:t>1/3/20XX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1E4CB7-CB13-4810-BF18-BE31AFC64F93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021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ux contenus">
    <p:bg>
      <p:bgPr>
        <a:gradFill>
          <a:gsLst>
            <a:gs pos="10000">
              <a:schemeClr val="accent5"/>
            </a:gs>
            <a:gs pos="90000">
              <a:schemeClr val="accent1"/>
            </a:gs>
            <a:gs pos="70000">
              <a:schemeClr val="accent2"/>
            </a:gs>
            <a:gs pos="30000">
              <a:schemeClr val="accent4"/>
            </a:gs>
            <a:gs pos="50000">
              <a:schemeClr val="accent3">
                <a:lumMod val="60000"/>
                <a:lumOff val="40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7E0814-6B26-FB38-93C1-BA5A000B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762001"/>
            <a:ext cx="12192000" cy="6095999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5340096" cy="1911096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pPr rtl="0"/>
            <a:r>
              <a:rPr lang="fr"/>
              <a:t>Modifiez le style du titre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56DDD407-AEC1-3D37-ADE9-45D0416B208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9048" y="1517904"/>
            <a:ext cx="5340096" cy="1911096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11" name="Espace réservé du contenu 5">
            <a:extLst>
              <a:ext uri="{FF2B5EF4-FFF2-40B4-BE49-F238E27FC236}">
                <a16:creationId xmlns:a16="http://schemas.microsoft.com/office/drawing/2014/main" id="{6200E1C4-7A2D-07AE-8DB0-52CEF088A18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86968" y="3867912"/>
            <a:ext cx="10424160" cy="23774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fr"/>
              <a:t>1/3/20XX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1E4CB7-CB13-4810-BF18-BE31AFC64F93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510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ux contenu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FAC5ABB9-3EAC-446C-B128-CFDB09B24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6" name="Rectangle 5">
            <a:extLst>
              <a:ext uri="{FF2B5EF4-FFF2-40B4-BE49-F238E27FC236}">
                <a16:creationId xmlns:a16="http://schemas.microsoft.com/office/drawing/2014/main" id="{70DED2D7-7BC9-473D-8241-8289B5821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9C2616F-4436-4A60-BB08-54EC762C5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762001"/>
            <a:ext cx="12192000" cy="6095999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1" name="Titre 9">
            <a:extLst>
              <a:ext uri="{FF2B5EF4-FFF2-40B4-BE49-F238E27FC236}">
                <a16:creationId xmlns:a16="http://schemas.microsoft.com/office/drawing/2014/main" id="{DF86B59D-D895-19E7-B742-EE199B718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10424160" cy="128016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pPr rtl="0"/>
            <a:r>
              <a:rPr lang="fr"/>
              <a:t>Modifiez le style du titre</a:t>
            </a:r>
          </a:p>
        </p:txBody>
      </p:sp>
      <p:sp>
        <p:nvSpPr>
          <p:cNvPr id="9" name="Espace réservé du contenu 5">
            <a:extLst>
              <a:ext uri="{FF2B5EF4-FFF2-40B4-BE49-F238E27FC236}">
                <a16:creationId xmlns:a16="http://schemas.microsoft.com/office/drawing/2014/main" id="{A7544B75-76FD-A2AD-3444-313EF1771A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8952" y="3200400"/>
            <a:ext cx="6400800" cy="2926080"/>
          </a:xfrm>
        </p:spPr>
        <p:txBody>
          <a:bodyPr rtlCol="0">
            <a:normAutofit/>
          </a:bodyPr>
          <a:lstStyle>
            <a:lvl1pPr>
              <a:spcBef>
                <a:spcPts val="500"/>
              </a:spcBef>
              <a:defRPr sz="1800" b="1"/>
            </a:lvl1pPr>
            <a:lvl2pPr>
              <a:spcBef>
                <a:spcPts val="0"/>
              </a:spcBef>
              <a:spcAft>
                <a:spcPts val="500"/>
              </a:spcAft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10" name="Espace réservé du contenu 5">
            <a:extLst>
              <a:ext uri="{FF2B5EF4-FFF2-40B4-BE49-F238E27FC236}">
                <a16:creationId xmlns:a16="http://schemas.microsoft.com/office/drawing/2014/main" id="{0F9EB1B3-9B21-0E61-FC8A-659EDC63DA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598664" y="3108960"/>
            <a:ext cx="3739896" cy="29260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fr"/>
              <a:t>1/3/20XX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1E4CB7-CB13-4810-BF18-BE31AFC64F93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538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4C5BB2-C09C-49B0-BAFA-DE1801CD3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28016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pPr rtl="0"/>
            <a:r>
              <a:rPr lang="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A47C21-944D-47FE-9519-A25518837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3108960"/>
            <a:ext cx="9144000" cy="2926080"/>
          </a:xfrm>
        </p:spPr>
        <p:txBody>
          <a:bodyPr rtlCol="0"/>
          <a:lstStyle/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2AD668-6E19-425C-88F7-AF422066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7CE36D-6B7B-4D5E-831E-34A4286D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algn="r" rtl="0"/>
            <a:r>
              <a:rPr lang="fr"/>
              <a:t>1/3/20XX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905C53-CF7C-4936-9E35-1BEBD683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1E4CB7-CB13-4810-BF18-BE31AFC64F93}" type="slidenum">
              <a:rPr lang="en-US" smtClean="0"/>
              <a:pPr rtl="0"/>
              <a:t>‹N°›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9054356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4206240" cy="201168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pPr rtl="0"/>
            <a:r>
              <a:rPr lang="fr"/>
              <a:t>Modifiez le style du titre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B778B8B-E9A3-44BE-85A6-3E316659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7904" y="3739896"/>
            <a:ext cx="4206240" cy="2377440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12" name="Espace réservé du contenu 5">
            <a:extLst>
              <a:ext uri="{FF2B5EF4-FFF2-40B4-BE49-F238E27FC236}">
                <a16:creationId xmlns:a16="http://schemas.microsoft.com/office/drawing/2014/main" id="{A336BAA8-288D-4A65-AF12-E44ED08AF8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9048" y="1517904"/>
            <a:ext cx="4572000" cy="457200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fr"/>
              <a:t>1/3/20XX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1E4CB7-CB13-4810-BF18-BE31AFC64F93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741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ô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 11">
            <a:extLst>
              <a:ext uri="{FF2B5EF4-FFF2-40B4-BE49-F238E27FC236}">
                <a16:creationId xmlns:a16="http://schemas.microsoft.com/office/drawing/2014/main" id="{A53A25B7-A924-4C03-8022-000A9EA88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4E3A68D8-CB71-4A41-B029-626BD6912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9524"/>
            <a:ext cx="12192000" cy="6105524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rgbClr val="FCEA37"/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 useBgFill="1">
        <p:nvSpPr>
          <p:cNvPr id="14" name="Forme libre : Forme 13">
            <a:extLst>
              <a:ext uri="{FF2B5EF4-FFF2-40B4-BE49-F238E27FC236}">
                <a16:creationId xmlns:a16="http://schemas.microsoft.com/office/drawing/2014/main" id="{9ECFC55D-2CEE-47A4-9ACA-D6C78D236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" y="-9523"/>
            <a:ext cx="11430001" cy="6105523"/>
          </a:xfrm>
          <a:custGeom>
            <a:avLst/>
            <a:gdLst>
              <a:gd name="connsiteX0" fmla="*/ 0 w 11430001"/>
              <a:gd name="connsiteY0" fmla="*/ 0 h 6105523"/>
              <a:gd name="connsiteX1" fmla="*/ 7874003 w 11430001"/>
              <a:gd name="connsiteY1" fmla="*/ 0 h 6105523"/>
              <a:gd name="connsiteX2" fmla="*/ 7874003 w 11430001"/>
              <a:gd name="connsiteY2" fmla="*/ 771522 h 6105523"/>
              <a:gd name="connsiteX3" fmla="*/ 11430001 w 11430001"/>
              <a:gd name="connsiteY3" fmla="*/ 771522 h 6105523"/>
              <a:gd name="connsiteX4" fmla="*/ 11430001 w 11430001"/>
              <a:gd name="connsiteY4" fmla="*/ 6105523 h 6105523"/>
              <a:gd name="connsiteX5" fmla="*/ 7874003 w 11430001"/>
              <a:gd name="connsiteY5" fmla="*/ 6105523 h 6105523"/>
              <a:gd name="connsiteX6" fmla="*/ 5334002 w 11430001"/>
              <a:gd name="connsiteY6" fmla="*/ 6105523 h 6105523"/>
              <a:gd name="connsiteX7" fmla="*/ 0 w 11430001"/>
              <a:gd name="connsiteY7" fmla="*/ 6105523 h 6105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30001" h="6105523">
                <a:moveTo>
                  <a:pt x="0" y="0"/>
                </a:moveTo>
                <a:lnTo>
                  <a:pt x="7874003" y="0"/>
                </a:lnTo>
                <a:lnTo>
                  <a:pt x="7874003" y="771522"/>
                </a:lnTo>
                <a:lnTo>
                  <a:pt x="11430001" y="771522"/>
                </a:lnTo>
                <a:lnTo>
                  <a:pt x="11430001" y="6105523"/>
                </a:lnTo>
                <a:lnTo>
                  <a:pt x="7874003" y="6105523"/>
                </a:lnTo>
                <a:lnTo>
                  <a:pt x="5334002" y="6105523"/>
                </a:lnTo>
                <a:lnTo>
                  <a:pt x="0" y="6105523"/>
                </a:lnTo>
                <a:close/>
              </a:path>
            </a:pathLst>
          </a:custGeom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15" name="Titre 5">
            <a:extLst>
              <a:ext uri="{FF2B5EF4-FFF2-40B4-BE49-F238E27FC236}">
                <a16:creationId xmlns:a16="http://schemas.microsoft.com/office/drawing/2014/main" id="{00406F9C-B330-46B3-A03C-15F85CD76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22282"/>
            <a:ext cx="10241280" cy="1554480"/>
          </a:xfrm>
        </p:spPr>
        <p:txBody>
          <a:bodyPr rtlCol="0" anchor="t">
            <a:normAutofit/>
          </a:bodyPr>
          <a:lstStyle>
            <a:lvl1pPr>
              <a:defRPr sz="4400"/>
            </a:lvl1pPr>
          </a:lstStyle>
          <a:p>
            <a:pPr rtl="0"/>
            <a:endParaRPr lang="en-US" dirty="0"/>
          </a:p>
        </p:txBody>
      </p:sp>
      <p:sp>
        <p:nvSpPr>
          <p:cNvPr id="21" name="Espace réservé d’image 20">
            <a:extLst>
              <a:ext uri="{FF2B5EF4-FFF2-40B4-BE49-F238E27FC236}">
                <a16:creationId xmlns:a16="http://schemas.microsoft.com/office/drawing/2014/main" id="{34FC9061-555D-4FE2-ABE9-07A195BC02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52" y="761988"/>
            <a:ext cx="10689336" cy="2660904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6B179E90-1F70-6673-6D11-A0CDD3C3B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5486400"/>
            <a:ext cx="10241280" cy="548640"/>
          </a:xfrm>
        </p:spPr>
        <p:txBody>
          <a:bodyPr rtlCol="0" anchor="b"/>
          <a:lstStyle>
            <a:lvl1pPr marL="0" indent="0">
              <a:buNone/>
              <a:defRPr/>
            </a:lvl1pPr>
          </a:lstStyle>
          <a:p>
            <a:pPr lvl="0" rtl="0"/>
            <a:r>
              <a:rPr lang="fr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3971666080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slideLayouts/slideLayout13.xml" Type="http://schemas.openxmlformats.org/officeDocument/2006/relationships/slideLayout"/><Relationship Id="rId14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r" rtl="0"/>
            <a:r>
              <a:rPr lang="fr"/>
              <a:t>1/3/20XX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 rtl="0"/>
            <a:endParaRPr lang="en-US" sz="100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pPr rtl="0"/>
            <a:fld id="{CB1E4CB7-CB13-4810-BF18-BE31AFC64F93}" type="slidenum">
              <a:rPr lang="en-US" smtClean="0"/>
              <a:pPr rtl="0"/>
              <a:t>‹N°›</a:t>
            </a:fld>
            <a:endParaRPr lang="en-US" sz="1000" dirty="0"/>
          </a:p>
        </p:txBody>
      </p:sp>
      <p:sp>
        <p:nvSpPr>
          <p:cNvPr id="8" name="Forme libre : Forme 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515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6" r:id="rId2"/>
    <p:sldLayoutId id="2147483694" r:id="rId3"/>
    <p:sldLayoutId id="2147483697" r:id="rId4"/>
    <p:sldLayoutId id="2147483685" r:id="rId5"/>
    <p:sldLayoutId id="2147483686" r:id="rId6"/>
    <p:sldLayoutId id="2147483695" r:id="rId7"/>
    <p:sldLayoutId id="2147483688" r:id="rId8"/>
    <p:sldLayoutId id="2147483698" r:id="rId9"/>
    <p:sldLayoutId id="2147483684" r:id="rId10"/>
    <p:sldLayoutId id="2147483673" r:id="rId11"/>
    <p:sldLayoutId id="2147483689" r:id="rId12"/>
    <p:sldLayoutId id="2147483691" r:id="rId13"/>
  </p:sldLayoutIdLs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9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8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10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10" name="Titr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5340096" cy="1911096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r>
              <a:rPr lang="en-US"/>
              <a:t>Titre : Deux contenus</a:t>
            </a:r>
          </a:p>
        </p:txBody>
      </p:sp>
      <p:sp xmlns:r="http://schemas.openxmlformats.org/officeDocument/2006/relationships">
        <p:nvSpPr>
          <p:cNvPr id="2" name="Espace réservé du contenu 5">
            <a:extLst>
              <a:ext uri="{FF2B5EF4-FFF2-40B4-BE49-F238E27FC236}">
                <a16:creationId xmlns:a16="http://schemas.microsoft.com/office/drawing/2014/main" id="{56DDD407-AEC1-3D37-ADE9-45D0416B208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9048" y="1517904"/>
            <a:ext cx="5340096" cy="1911096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</p:txBody>
      </p:sp>
      <p:sp xmlns:r="http://schemas.openxmlformats.org/officeDocument/2006/relationships">
        <p:nvSpPr>
          <p:cNvPr id="11" name="Espace réservé du contenu 5">
            <a:extLst>
              <a:ext uri="{FF2B5EF4-FFF2-40B4-BE49-F238E27FC236}">
                <a16:creationId xmlns:a16="http://schemas.microsoft.com/office/drawing/2014/main" id="{6200E1C4-7A2D-07AE-8DB0-52CEF088A18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86968" y="3867912"/>
            <a:ext cx="10424160" cy="23774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re 1">
            <a:extLst>
              <a:ext uri="{FF2B5EF4-FFF2-40B4-BE49-F238E27FC236}">
                <a16:creationId xmlns:a16="http://schemas.microsoft.com/office/drawing/2014/main" id="{424C5BB2-C09C-49B0-BAFA-DE1801CD3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28016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r>
              <a:rPr lang="en-US"/>
              <a:t>Titre : Titre et contenu</a:t>
            </a:r>
          </a:p>
        </p:txBody>
      </p:sp>
      <p:sp xmlns:r="http://schemas.openxmlformats.org/officeDocument/2006/relationships"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A47C21-944D-47FE-9519-A25518837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3108960"/>
            <a:ext cx="9144000" cy="2926080"/>
          </a:xfrm>
        </p:spPr>
        <p:txBody>
          <a:bodyPr rtlCol="0"/>
          <a:lstStyle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9" name="Titre 8">
            <a:extLst>
              <a:ext uri="{FF2B5EF4-FFF2-40B4-BE49-F238E27FC236}">
                <a16:creationId xmlns:a16="http://schemas.microsoft.com/office/drawing/2014/main" id="{62A5B690-D47A-166B-0BEE-8CDC1BB59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4114800" cy="457200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r>
              <a:rPr lang="en-US"/>
              <a:t>Titre : Ordre du jour</a:t>
            </a:r>
          </a:p>
        </p:txBody>
      </p:sp>
      <p:sp xmlns:r="http://schemas.openxmlformats.org/officeDocument/2006/relationships"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D99B7A4E-1E73-5148-8EF4-5232DBEAFE0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517904"/>
            <a:ext cx="5212080" cy="4572000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24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re 1">
            <a:extLst>
              <a:ext uri="{FF2B5EF4-FFF2-40B4-BE49-F238E27FC236}">
                <a16:creationId xmlns:a16="http://schemas.microsoft.com/office/drawing/2014/main" id="{470AF812-9F51-0D2C-2EA5-A8D6DA662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4114800" cy="3474720"/>
          </a:xfrm>
        </p:spPr>
        <p:txBody>
          <a:bodyPr rtlCol="0" anchor="ctr">
            <a:normAutofit/>
          </a:bodyPr>
          <a:lstStyle>
            <a:lvl1pPr>
              <a:defRPr sz="4400"/>
            </a:lvl1pPr>
          </a:lstStyle>
          <a:p>
            <a:r>
              <a:rPr lang="en-US"/>
              <a:t>Titre : Titre</a:t>
            </a:r>
          </a:p>
        </p:txBody>
      </p:sp>
      <p:sp xmlns:r="http://schemas.openxmlformats.org/officeDocument/2006/relationships">
        <p:nvSpPr>
          <p:cNvPr id="9" name="Sous-titre 19">
            <a:extLst>
              <a:ext uri="{FF2B5EF4-FFF2-40B4-BE49-F238E27FC236}">
                <a16:creationId xmlns:a16="http://schemas.microsoft.com/office/drawing/2014/main" id="{E8F46CAD-D4FF-4BBC-937E-CBBD034A18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2000" y="4570807"/>
            <a:ext cx="4123899" cy="15240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Sous-titre ou date de la présentation</a:t>
            </a:r>
          </a:p>
        </p:txBody>
      </p:sp>
      <p:sp xmlns:r="http://schemas.openxmlformats.org/officeDocument/2006/relationships">
        <p:nvSpPr>
          <p:cNvPr id="15" name="Espace réservé d’image 14">
            <a:extLst>
              <a:ext uri="{FF2B5EF4-FFF2-40B4-BE49-F238E27FC236}">
                <a16:creationId xmlns:a16="http://schemas.microsoft.com/office/drawing/2014/main" id="{A2750E7C-D01B-4533-A0B8-2E7EF2B168D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30952" y="754711"/>
            <a:ext cx="6099048" cy="5340096"/>
          </a:xfrm>
          <a:solidFill>
            <a:schemeClr val="accent6"/>
          </a:solidFill>
        </p:spPr>
        <p:txBody>
          <a:bodyPr rtlCol="0"/>
          <a:lstStyle/>
          <a:p>
            <a:r>
              <a:rPr lang="en-US"/>
              <a:t>[Zone PICTURE]
Cliquez pour insérer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15" name="Titre 5">
            <a:extLst>
              <a:ext uri="{FF2B5EF4-FFF2-40B4-BE49-F238E27FC236}">
                <a16:creationId xmlns:a16="http://schemas.microsoft.com/office/drawing/2014/main" id="{00406F9C-B330-46B3-A03C-15F85CD76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22282"/>
            <a:ext cx="10241280" cy="1554480"/>
          </a:xfrm>
        </p:spPr>
        <p:txBody>
          <a:bodyPr rtlCol="0"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Titre : Clôture</a:t>
            </a:r>
          </a:p>
        </p:txBody>
      </p:sp>
      <p:sp xmlns:r="http://schemas.openxmlformats.org/officeDocument/2006/relationships">
        <p:nvSpPr>
          <p:cNvPr id="21" name="Espace réservé d’image 20">
            <a:extLst>
              <a:ext uri="{FF2B5EF4-FFF2-40B4-BE49-F238E27FC236}">
                <a16:creationId xmlns:a16="http://schemas.microsoft.com/office/drawing/2014/main" id="{34FC9061-555D-4FE2-ABE9-07A195BC02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52" y="761988"/>
            <a:ext cx="10689336" cy="2660904"/>
          </a:xfrm>
          <a:solidFill>
            <a:schemeClr val="accent6"/>
          </a:solidFill>
        </p:spPr>
        <p:txBody>
          <a:bodyPr rtlCol="0"/>
          <a:lstStyle/>
          <a:p>
            <a:r>
              <a:rPr lang="en-US"/>
              <a:t>[Zone PICTURE]
Cliquez pour insérer</a:t>
            </a:r>
          </a:p>
        </p:txBody>
      </p:sp>
      <p:sp xmlns:r="http://schemas.openxmlformats.org/officeDocument/2006/relationships">
        <p:nvSpPr>
          <p:cNvPr id="5" name="Espace réservé du contenu 2">
            <a:extLst>
              <a:ext uri="{FF2B5EF4-FFF2-40B4-BE49-F238E27FC236}">
                <a16:creationId xmlns:a16="http://schemas.microsoft.com/office/drawing/2014/main" id="{6B179E90-1F70-6673-6D11-A0CDD3C3B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5486400"/>
            <a:ext cx="10241280" cy="548640"/>
          </a:xfrm>
        </p:spPr>
        <p:txBody>
          <a:bodyPr rtlCol="0" anchor="b"/>
          <a:lstStyle>
            <a:lvl1pPr marL="0" indent="0">
              <a:buNone/>
              <a:defRPr/>
            </a:lvl1pPr>
          </a:lstStyle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15" name="Titre 16">
            <a:extLst>
              <a:ext uri="{FF2B5EF4-FFF2-40B4-BE49-F238E27FC236}">
                <a16:creationId xmlns:a16="http://schemas.microsoft.com/office/drawing/2014/main" id="{8950CCE3-163E-46A1-B489-395F3F75F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5212080" cy="2788920"/>
          </a:xfrm>
        </p:spPr>
        <p:txBody>
          <a:bodyPr rtlCol="0"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Titre : Saut de section avec sous-titre 2</a:t>
            </a:r>
          </a:p>
        </p:txBody>
      </p:sp>
      <p:sp xmlns:r="http://schemas.openxmlformats.org/officeDocument/2006/relationships">
        <p:nvSpPr>
          <p:cNvPr id="16" name="Sous-titre 17">
            <a:extLst>
              <a:ext uri="{FF2B5EF4-FFF2-40B4-BE49-F238E27FC236}">
                <a16:creationId xmlns:a16="http://schemas.microsoft.com/office/drawing/2014/main" id="{81E38157-454C-44D5-8D2B-A220A53D7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1999"/>
            <a:ext cx="5212080" cy="164592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Sous-titre ou date de la présentation</a:t>
            </a:r>
          </a:p>
        </p:txBody>
      </p:sp>
      <p:sp xmlns:r="http://schemas.openxmlformats.org/officeDocument/2006/relationships">
        <p:nvSpPr>
          <p:cNvPr id="12" name="Espace réservé d’image 11">
            <a:extLst>
              <a:ext uri="{FF2B5EF4-FFF2-40B4-BE49-F238E27FC236}">
                <a16:creationId xmlns:a16="http://schemas.microsoft.com/office/drawing/2014/main" id="{82190B39-D040-425A-9AD6-58A7533FEA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13448" y="756284"/>
            <a:ext cx="4434840" cy="5349240"/>
          </a:xfrm>
          <a:solidFill>
            <a:schemeClr val="accent6"/>
          </a:solidFill>
        </p:spPr>
        <p:txBody>
          <a:bodyPr rtlCol="0"/>
          <a:lstStyle/>
          <a:p>
            <a:r>
              <a:rPr lang="en-US"/>
              <a:t>[Zone PICTURE]
Cliquez pour insérer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10" name="Titr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4206240" cy="201168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r>
              <a:rPr lang="en-US"/>
              <a:t>Titre : Titre et deux contenus</a:t>
            </a:r>
          </a:p>
        </p:txBody>
      </p:sp>
      <p:sp xmlns:r="http://schemas.openxmlformats.org/officeDocument/2006/relationships">
        <p:nvSpPr>
          <p:cNvPr id="4" name="Espace réservé du contenu 3">
            <a:extLst>
              <a:ext uri="{FF2B5EF4-FFF2-40B4-BE49-F238E27FC236}">
                <a16:creationId xmlns:a16="http://schemas.microsoft.com/office/drawing/2014/main" id="{3B778B8B-E9A3-44BE-85A6-3E316659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7904" y="3739896"/>
            <a:ext cx="4206240" cy="2377440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</p:txBody>
      </p:sp>
      <p:sp xmlns:r="http://schemas.openxmlformats.org/officeDocument/2006/relationships">
        <p:nvSpPr>
          <p:cNvPr id="12" name="Espace réservé du contenu 5">
            <a:extLst>
              <a:ext uri="{FF2B5EF4-FFF2-40B4-BE49-F238E27FC236}">
                <a16:creationId xmlns:a16="http://schemas.microsoft.com/office/drawing/2014/main" id="{A336BAA8-288D-4A65-AF12-E44ED08AF8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9048" y="1517904"/>
            <a:ext cx="4572000" cy="457200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15" name="Titre 16">
            <a:extLst>
              <a:ext uri="{FF2B5EF4-FFF2-40B4-BE49-F238E27FC236}">
                <a16:creationId xmlns:a16="http://schemas.microsoft.com/office/drawing/2014/main" id="{8950CCE3-163E-46A1-B489-395F3F75F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3"/>
            <a:ext cx="4663440" cy="4590288"/>
          </a:xfrm>
        </p:spPr>
        <p:txBody>
          <a:bodyPr rtlCol="0" anchor="ctr">
            <a:normAutofit/>
          </a:bodyPr>
          <a:lstStyle>
            <a:lvl1pPr>
              <a:defRPr sz="4400"/>
            </a:lvl1pPr>
          </a:lstStyle>
          <a:p>
            <a:r>
              <a:rPr lang="en-US"/>
              <a:t>Titre : Saut de section</a:t>
            </a:r>
          </a:p>
        </p:txBody>
      </p:sp>
      <p:sp xmlns:r="http://schemas.openxmlformats.org/officeDocument/2006/relationships">
        <p:nvSpPr>
          <p:cNvPr id="12" name="Espace réservé d’image 11">
            <a:extLst>
              <a:ext uri="{FF2B5EF4-FFF2-40B4-BE49-F238E27FC236}">
                <a16:creationId xmlns:a16="http://schemas.microsoft.com/office/drawing/2014/main" id="{82190B39-D040-425A-9AD6-58A7533FEA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65976" y="756284"/>
            <a:ext cx="4773168" cy="5349240"/>
          </a:xfrm>
          <a:solidFill>
            <a:schemeClr val="accent6"/>
          </a:solidFill>
        </p:spPr>
        <p:txBody>
          <a:bodyPr rtlCol="0"/>
          <a:lstStyle/>
          <a:p>
            <a:r>
              <a:rPr lang="en-US"/>
              <a:t>[Zone PICTURE]
Cliquez pour insérer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10" name="Titr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28016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r>
              <a:rPr lang="en-US"/>
              <a:t>Titre : Deux colonnes</a:t>
            </a:r>
          </a:p>
        </p:txBody>
      </p:sp>
      <p:sp xmlns:r="http://schemas.openxmlformats.org/officeDocument/2006/relationships">
        <p:nvSpPr>
          <p:cNvPr id="2" name="Espace réservé du contenu 5">
            <a:extLst>
              <a:ext uri="{FF2B5EF4-FFF2-40B4-BE49-F238E27FC236}">
                <a16:creationId xmlns:a16="http://schemas.microsoft.com/office/drawing/2014/main" id="{56DDD407-AEC1-3D37-ADE9-45D0416B208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17904" y="3108960"/>
            <a:ext cx="4334256" cy="301752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</p:txBody>
      </p:sp>
      <p:sp xmlns:r="http://schemas.openxmlformats.org/officeDocument/2006/relationships">
        <p:nvSpPr>
          <p:cNvPr id="11" name="Espace réservé du contenu 5">
            <a:extLst>
              <a:ext uri="{FF2B5EF4-FFF2-40B4-BE49-F238E27FC236}">
                <a16:creationId xmlns:a16="http://schemas.microsoft.com/office/drawing/2014/main" id="{6200E1C4-7A2D-07AE-8DB0-52CEF088A18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36792" y="3108960"/>
            <a:ext cx="4334256" cy="301752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13" name="Titre 5">
            <a:extLst>
              <a:ext uri="{FF2B5EF4-FFF2-40B4-BE49-F238E27FC236}">
                <a16:creationId xmlns:a16="http://schemas.microsoft.com/office/drawing/2014/main" id="{4CD44A43-6E39-4FE6-87BB-C65CE8FC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649"/>
            <a:ext cx="4754880" cy="164592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r>
              <a:rPr lang="en-US"/>
              <a:t>Titre : Titre, contenu et image</a:t>
            </a:r>
          </a:p>
        </p:txBody>
      </p:sp>
      <p:sp xmlns:r="http://schemas.openxmlformats.org/officeDocument/2006/relationships">
        <p:nvSpPr>
          <p:cNvPr id="5" name="Espace réservé du contenu 5">
            <a:extLst>
              <a:ext uri="{FF2B5EF4-FFF2-40B4-BE49-F238E27FC236}">
                <a16:creationId xmlns:a16="http://schemas.microsoft.com/office/drawing/2014/main" id="{0C795068-4EB8-AD75-B4FA-E0676D82352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17904" y="3291840"/>
            <a:ext cx="4754880" cy="274320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</p:txBody>
      </p:sp>
      <p:sp xmlns:r="http://schemas.openxmlformats.org/officeDocument/2006/relationships">
        <p:nvSpPr>
          <p:cNvPr id="18" name="Espace réservé d’image 17">
            <a:extLst>
              <a:ext uri="{FF2B5EF4-FFF2-40B4-BE49-F238E27FC236}">
                <a16:creationId xmlns:a16="http://schemas.microsoft.com/office/drawing/2014/main" id="{5229EB0D-B986-4E26-BDF3-305AE3233E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00954" y="883486"/>
            <a:ext cx="4562856" cy="5212513"/>
          </a:xfrm>
          <a:solidFill>
            <a:schemeClr val="accent6"/>
          </a:solidFill>
        </p:spPr>
        <p:txBody>
          <a:bodyPr rtlCol="0"/>
          <a:lstStyle/>
          <a:p>
            <a:r>
              <a:rPr lang="en-US"/>
              <a:t>[Zone PICTURE]
Cliquez pour insérer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11" name="Titre 9">
            <a:extLst>
              <a:ext uri="{FF2B5EF4-FFF2-40B4-BE49-F238E27FC236}">
                <a16:creationId xmlns:a16="http://schemas.microsoft.com/office/drawing/2014/main" id="{DF86B59D-D895-19E7-B742-EE199B718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10424160" cy="128016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r>
              <a:rPr lang="en-US"/>
              <a:t>Titre : Deux contenus 2</a:t>
            </a:r>
          </a:p>
        </p:txBody>
      </p:sp>
      <p:sp xmlns:r="http://schemas.openxmlformats.org/officeDocument/2006/relationships">
        <p:nvSpPr>
          <p:cNvPr id="9" name="Espace réservé du contenu 5">
            <a:extLst>
              <a:ext uri="{FF2B5EF4-FFF2-40B4-BE49-F238E27FC236}">
                <a16:creationId xmlns:a16="http://schemas.microsoft.com/office/drawing/2014/main" id="{A7544B75-76FD-A2AD-3444-313EF1771A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8952" y="3200400"/>
            <a:ext cx="6400800" cy="2926080"/>
          </a:xfrm>
        </p:spPr>
        <p:txBody>
          <a:bodyPr rtlCol="0">
            <a:normAutofit/>
          </a:bodyPr>
          <a:lstStyle>
            <a:lvl1pPr>
              <a:spcBef>
                <a:spcPts val="500"/>
              </a:spcBef>
              <a:defRPr sz="1800" b="1"/>
            </a:lvl1pPr>
            <a:lvl2pPr>
              <a:spcBef>
                <a:spcPts val="0"/>
              </a:spcBef>
              <a:spcAft>
                <a:spcPts val="500"/>
              </a:spcAft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</p:txBody>
      </p:sp>
      <p:sp xmlns:r="http://schemas.openxmlformats.org/officeDocument/2006/relationships">
        <p:nvSpPr>
          <p:cNvPr id="10" name="Espace réservé du contenu 5">
            <a:extLst>
              <a:ext uri="{FF2B5EF4-FFF2-40B4-BE49-F238E27FC236}">
                <a16:creationId xmlns:a16="http://schemas.microsoft.com/office/drawing/2014/main" id="{0F9EB1B3-9B21-0E61-FC8A-659EDC63DA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598664" y="3108960"/>
            <a:ext cx="3739896" cy="29260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13" name="Titre 5">
            <a:extLst>
              <a:ext uri="{FF2B5EF4-FFF2-40B4-BE49-F238E27FC236}">
                <a16:creationId xmlns:a16="http://schemas.microsoft.com/office/drawing/2014/main" id="{4CD44A43-6E39-4FE6-87BB-C65CE8FC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1616" y="1517649"/>
            <a:ext cx="4663440" cy="155448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r>
              <a:rPr lang="en-US"/>
              <a:t>Titre : Introduction</a:t>
            </a:r>
          </a:p>
        </p:txBody>
      </p:sp>
      <p:sp xmlns:r="http://schemas.openxmlformats.org/officeDocument/2006/relationships">
        <p:nvSpPr>
          <p:cNvPr id="18" name="Espace réservé d’image 17">
            <a:extLst>
              <a:ext uri="{FF2B5EF4-FFF2-40B4-BE49-F238E27FC236}">
                <a16:creationId xmlns:a16="http://schemas.microsoft.com/office/drawing/2014/main" id="{5229EB0D-B986-4E26-BDF3-305AE3233E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52" y="883487"/>
            <a:ext cx="4562856" cy="5148072"/>
          </a:xfrm>
          <a:solidFill>
            <a:schemeClr val="accent6"/>
          </a:solidFill>
        </p:spPr>
        <p:txBody>
          <a:bodyPr rtlCol="0"/>
          <a:lstStyle/>
          <a:p>
            <a:r>
              <a:rPr lang="en-US"/>
              <a:t>[Zone PICTURE]
Cliquez pour insérer</a:t>
            </a:r>
          </a:p>
        </p:txBody>
      </p:sp>
      <p:sp xmlns:r="http://schemas.openxmlformats.org/officeDocument/2006/relationships">
        <p:nvSpPr>
          <p:cNvPr id="6" name="Espace réservé du contenu 5">
            <a:extLst>
              <a:ext uri="{FF2B5EF4-FFF2-40B4-BE49-F238E27FC236}">
                <a16:creationId xmlns:a16="http://schemas.microsoft.com/office/drawing/2014/main" id="{1B73FFA1-F0AE-DFF4-B013-E635479FD56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71616" y="3291840"/>
            <a:ext cx="4663440" cy="274320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re 1">
            <a:extLst>
              <a:ext uri="{FF2B5EF4-FFF2-40B4-BE49-F238E27FC236}">
                <a16:creationId xmlns:a16="http://schemas.microsoft.com/office/drawing/2014/main" id="{85C320B4-1D6E-D480-A44F-13517DFF7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40" y="841248"/>
            <a:ext cx="4114800" cy="3474720"/>
          </a:xfrm>
        </p:spPr>
        <p:txBody>
          <a:bodyPr rtlCol="0" anchor="ctr">
            <a:normAutofit/>
          </a:bodyPr>
          <a:lstStyle>
            <a:lvl1pPr>
              <a:defRPr sz="4400"/>
            </a:lvl1pPr>
          </a:lstStyle>
          <a:p>
            <a:r>
              <a:rPr lang="en-US"/>
              <a:t>Titre : Saut de section avec sous-titre</a:t>
            </a:r>
          </a:p>
        </p:txBody>
      </p:sp>
      <p:sp xmlns:r="http://schemas.openxmlformats.org/officeDocument/2006/relationships">
        <p:nvSpPr>
          <p:cNvPr id="9" name="Sous-titre 19">
            <a:extLst>
              <a:ext uri="{FF2B5EF4-FFF2-40B4-BE49-F238E27FC236}">
                <a16:creationId xmlns:a16="http://schemas.microsoft.com/office/drawing/2014/main" id="{E8F46CAD-D4FF-4BBC-937E-CBBD034A18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06641" y="4570807"/>
            <a:ext cx="4114800" cy="15240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Sous-titre ou date de la présentation</a:t>
            </a:r>
          </a:p>
        </p:txBody>
      </p:sp>
      <p:sp xmlns:r="http://schemas.openxmlformats.org/officeDocument/2006/relationships">
        <p:nvSpPr>
          <p:cNvPr id="15" name="Espace réservé d’image 14">
            <a:extLst>
              <a:ext uri="{FF2B5EF4-FFF2-40B4-BE49-F238E27FC236}">
                <a16:creationId xmlns:a16="http://schemas.microsoft.com/office/drawing/2014/main" id="{A2750E7C-D01B-4533-A0B8-2E7EF2B168D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52" y="758952"/>
            <a:ext cx="6099048" cy="5340096"/>
          </a:xfrm>
          <a:solidFill>
            <a:schemeClr val="accent6"/>
          </a:solidFill>
        </p:spPr>
        <p:txBody>
          <a:bodyPr rtlCol="0"/>
          <a:lstStyle/>
          <a:p>
            <a:r>
              <a:rPr lang="en-US"/>
              <a:t>[Zone PICTURE]
Cliquez pour insérer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smaticVTI">
  <a:themeElements>
    <a:clrScheme name="Prismatic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42B3BD"/>
      </a:accent1>
      <a:accent2>
        <a:srgbClr val="51B851"/>
      </a:accent2>
      <a:accent3>
        <a:srgbClr val="B5A603"/>
      </a:accent3>
      <a:accent4>
        <a:srgbClr val="F58505"/>
      </a:accent4>
      <a:accent5>
        <a:srgbClr val="FA2481"/>
      </a:accent5>
      <a:accent6>
        <a:srgbClr val="9CA2AB"/>
      </a:accent6>
      <a:hlink>
        <a:srgbClr val="FA2481"/>
      </a:hlink>
      <a:folHlink>
        <a:srgbClr val="57618E"/>
      </a:folHlink>
    </a:clrScheme>
    <a:fontScheme name="Custom 14">
      <a:majorFont>
        <a:latin typeface="Aharoni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 design_win32_EF_v3" id="{766CCFC2-5746-4D17-9C80-B854A2114008}" vid="{CF8EA309-49BB-462C-A82D-F569C6BF43C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<Relationships xmlns="http://schemas.openxmlformats.org/package/2006/relationships"><Relationship Id="rId1" Target="itemProps1.xml" Type="http://schemas.openxmlformats.org/officeDocument/2006/relationships/customXmlProps"/></Relationships>
</file>

<file path=customXml/_rels/item2.xml.rels><?xml version="1.0" encoding="UTF-8" standalone="yes"?><Relationships xmlns="http://schemas.openxmlformats.org/package/2006/relationships"><Relationship Id="rId1" Target="itemProps2.xml" Type="http://schemas.openxmlformats.org/officeDocument/2006/relationships/customXmlProps"/></Relationships>
</file>

<file path=customXml/_rels/item3.xml.rels><?xml version="1.0" encoding="UTF-8" standalone="yes"?><Relationships xmlns="http://schemas.openxmlformats.org/package/2006/relationships"><Relationship Id="rId1" Target="itemProps3.xml" Type="http://schemas.openxmlformats.org/officeDocument/2006/relationships/customXmlProps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TaxCatchAll xmlns="230e9df3-be65-4c73-a93b-d1236ebd677e" xsi:nil="true"/>
    <MediaServiceKeyPoints xmlns="71af3243-3dd4-4a8d-8c0d-dd76da1f02a5" xsi:nil="true"/>
    <Background xmlns="71af3243-3dd4-4a8d-8c0d-dd76da1f02a5">false</Background>
    <ImageTagsTaxHTField xmlns="71af3243-3dd4-4a8d-8c0d-dd76da1f02a5">
      <Terms xmlns="http://schemas.microsoft.com/office/infopath/2007/PartnerControls"/>
    </ImageTagsTaxHTFiel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2B7AAFC-BA46-4192-9EDD-FC31D26BDA5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4D9BD-AE11-4F3A-9185-74D1F42CA5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A8F0A8-0272-4870-9FED-50919032B8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426</Words>
  <Application>Microsoft Office PowerPoint</Application>
  <PresentationFormat>Grand écran</PresentationFormat>
  <Paragraphs>101</Paragraphs>
  <Slides>13</Slides>
  <Notes>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4" baseType="lpstr">
      <vt:lpstr>PrismaticVTI</vt:lpstr>
      <vt:lpstr>Présentation marketing </vt:lpstr>
      <vt:lpstr>Ordre du jour</vt:lpstr>
      <vt:lpstr>À propos de nous</vt:lpstr>
      <vt:lpstr>Présentation du produit</vt:lpstr>
      <vt:lpstr>Avantages du produit</vt:lpstr>
      <vt:lpstr>Aperçu du marché</vt:lpstr>
      <vt:lpstr>Comparaison du marché</vt:lpstr>
      <vt:lpstr>Paysage concurrentiel</vt:lpstr>
      <vt:lpstr>Stratégie de croissance </vt:lpstr>
      <vt:lpstr>Traction</vt:lpstr>
      <vt:lpstr>Données financières</vt:lpstr>
      <vt:lpstr>Résumé</vt:lpstr>
      <vt:lpstr>Merci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2026-08-15T19:16:43Z</dcterms:created>
  <dcterms:modified xsi:type="dcterms:W3CDTF">2026-08-15T19:45:09Z</dcterms:modified>
  <cp:revision>7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